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  <p:sldMasterId id="2147483660" r:id="rId5"/>
    <p:sldMasterId id="2147483670" r:id="rId6"/>
    <p:sldMasterId id="2147483673" r:id="rId7"/>
    <p:sldMasterId id="2147483709" r:id="rId8"/>
  </p:sldMasterIdLst>
  <p:notesMasterIdLst>
    <p:notesMasterId r:id="rId17"/>
  </p:notesMasterIdLst>
  <p:handoutMasterIdLst>
    <p:handoutMasterId r:id="rId18"/>
  </p:handoutMasterIdLst>
  <p:sldIdLst>
    <p:sldId id="277" r:id="rId9"/>
    <p:sldId id="353" r:id="rId10"/>
    <p:sldId id="354" r:id="rId11"/>
    <p:sldId id="352" r:id="rId12"/>
    <p:sldId id="356" r:id="rId13"/>
    <p:sldId id="357" r:id="rId14"/>
    <p:sldId id="355" r:id="rId15"/>
    <p:sldId id="308" r:id="rId16"/>
  </p:sldIdLst>
  <p:sldSz cx="12192000" cy="6858000"/>
  <p:notesSz cx="6858000" cy="9144000"/>
  <p:embeddedFontLst>
    <p:embeddedFont>
      <p:font typeface="Poppins" panose="00000500000000000000" pitchFamily="2" charset="0"/>
      <p:regular r:id="rId19"/>
      <p:bold r:id="rId20"/>
      <p:italic r:id="rId21"/>
      <p:boldItalic r:id="rId22"/>
    </p:embeddedFont>
    <p:embeddedFont>
      <p:font typeface="Poppins Light" panose="00000400000000000000" pitchFamily="2" charset="0"/>
      <p:regular r:id="rId23"/>
      <p:italic r:id="rId24"/>
    </p:embeddedFont>
    <p:embeddedFont>
      <p:font typeface="Poppins SemiBold" panose="00000700000000000000" pitchFamily="2" charset="0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ght mode | title slide" id="{CB665287-4BB3-4A84-84F1-3473CE2B3AEC}">
          <p14:sldIdLst>
            <p14:sldId id="277"/>
            <p14:sldId id="353"/>
            <p14:sldId id="354"/>
            <p14:sldId id="352"/>
            <p14:sldId id="356"/>
            <p14:sldId id="357"/>
            <p14:sldId id="355"/>
            <p14:sldId id="3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BFBFB"/>
    <a:srgbClr val="F7F4F0"/>
    <a:srgbClr val="EAEAEA"/>
    <a:srgbClr val="E9E9E9"/>
    <a:srgbClr val="C8C8C8"/>
    <a:srgbClr val="F7F7F7"/>
    <a:srgbClr val="000000"/>
    <a:srgbClr val="FFFFFF"/>
    <a:srgbClr val="69C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DB2B26-377C-4D85-883E-F7F70973EAB9}" v="23" dt="2026-08-27T07:26:40.6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56" autoAdjust="0"/>
    <p:restoredTop sz="96727" autoAdjust="0"/>
  </p:normalViewPr>
  <p:slideViewPr>
    <p:cSldViewPr snapToGrid="0">
      <p:cViewPr>
        <p:scale>
          <a:sx n="100" d="100"/>
          <a:sy n="100" d="100"/>
        </p:scale>
        <p:origin x="978" y="8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handoutMaster" Target="handoutMasters/handoutMaster1.xml"/><Relationship Id="rId26" Type="http://schemas.openxmlformats.org/officeDocument/2006/relationships/font" Target="fonts/font8.fntdata"/><Relationship Id="rId3" Type="http://schemas.openxmlformats.org/officeDocument/2006/relationships/customXml" Target="../customXml/item3.xml"/><Relationship Id="rId21" Type="http://schemas.openxmlformats.org/officeDocument/2006/relationships/font" Target="fonts/font3.fntdata"/><Relationship Id="rId34" Type="http://schemas.microsoft.com/office/2015/10/relationships/revisionInfo" Target="revisionInfo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7.fntdata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2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Relationship Id="rId8" Type="http://schemas.openxmlformats.org/officeDocument/2006/relationships/slideMaster" Target="slideMasters/slideMaster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ian Zhang" userId="db96febe-195b-47dc-bbda-2c1f6f2b7381" providerId="ADAL" clId="{5CF5A30F-3D71-4F4D-9896-54FCAB543FEF}"/>
    <pc:docChg chg="undo custSel mod addSld delSld modSld sldOrd modMainMaster modSection">
      <pc:chgData name="Qian Zhang" userId="db96febe-195b-47dc-bbda-2c1f6f2b7381" providerId="ADAL" clId="{5CF5A30F-3D71-4F4D-9896-54FCAB543FEF}" dt="2026-08-27T07:39:43.839" v="908" actId="1076"/>
      <pc:docMkLst>
        <pc:docMk/>
      </pc:docMkLst>
      <pc:sldChg chg="modSp mod">
        <pc:chgData name="Qian Zhang" userId="db96febe-195b-47dc-bbda-2c1f6f2b7381" providerId="ADAL" clId="{5CF5A30F-3D71-4F4D-9896-54FCAB543FEF}" dt="2026-08-27T06:39:46.518" v="136" actId="20577"/>
        <pc:sldMkLst>
          <pc:docMk/>
          <pc:sldMk cId="4085176220" sldId="277"/>
        </pc:sldMkLst>
        <pc:spChg chg="mod">
          <ac:chgData name="Qian Zhang" userId="db96febe-195b-47dc-bbda-2c1f6f2b7381" providerId="ADAL" clId="{5CF5A30F-3D71-4F4D-9896-54FCAB543FEF}" dt="2026-08-27T06:39:46.518" v="136" actId="20577"/>
          <ac:spMkLst>
            <pc:docMk/>
            <pc:sldMk cId="4085176220" sldId="277"/>
            <ac:spMk id="5" creationId="{5D292A47-F839-9230-A2DC-53AE9BCE496C}"/>
          </ac:spMkLst>
        </pc:spChg>
      </pc:sldChg>
      <pc:sldChg chg="addSp delSp modSp mod">
        <pc:chgData name="Qian Zhang" userId="db96febe-195b-47dc-bbda-2c1f6f2b7381" providerId="ADAL" clId="{5CF5A30F-3D71-4F4D-9896-54FCAB543FEF}" dt="2026-08-27T07:39:43.839" v="908" actId="1076"/>
        <pc:sldMkLst>
          <pc:docMk/>
          <pc:sldMk cId="2992689448" sldId="352"/>
        </pc:sldMkLst>
        <pc:spChg chg="mod">
          <ac:chgData name="Qian Zhang" userId="db96febe-195b-47dc-bbda-2c1f6f2b7381" providerId="ADAL" clId="{5CF5A30F-3D71-4F4D-9896-54FCAB543FEF}" dt="2026-08-27T07:28:33.067" v="814" actId="1076"/>
          <ac:spMkLst>
            <pc:docMk/>
            <pc:sldMk cId="2992689448" sldId="352"/>
            <ac:spMk id="2" creationId="{A793017F-72F1-AAFE-836D-D28A949BDB67}"/>
          </ac:spMkLst>
        </pc:spChg>
        <pc:spChg chg="del mod">
          <ac:chgData name="Qian Zhang" userId="db96febe-195b-47dc-bbda-2c1f6f2b7381" providerId="ADAL" clId="{5CF5A30F-3D71-4F4D-9896-54FCAB543FEF}" dt="2026-08-27T06:48:24.415" v="253" actId="478"/>
          <ac:spMkLst>
            <pc:docMk/>
            <pc:sldMk cId="2992689448" sldId="352"/>
            <ac:spMk id="3" creationId="{88205887-144A-8579-67A2-1EEC22B1FC9E}"/>
          </ac:spMkLst>
        </pc:spChg>
        <pc:spChg chg="del">
          <ac:chgData name="Qian Zhang" userId="db96febe-195b-47dc-bbda-2c1f6f2b7381" providerId="ADAL" clId="{5CF5A30F-3D71-4F4D-9896-54FCAB543FEF}" dt="2026-08-27T07:28:45.065" v="815" actId="478"/>
          <ac:spMkLst>
            <pc:docMk/>
            <pc:sldMk cId="2992689448" sldId="352"/>
            <ac:spMk id="4" creationId="{17FBFDFE-CFA1-9216-D17C-86CFFFBDC122}"/>
          </ac:spMkLst>
        </pc:spChg>
        <pc:spChg chg="add del mod">
          <ac:chgData name="Qian Zhang" userId="db96febe-195b-47dc-bbda-2c1f6f2b7381" providerId="ADAL" clId="{5CF5A30F-3D71-4F4D-9896-54FCAB543FEF}" dt="2026-08-27T07:07:27.769" v="349" actId="478"/>
          <ac:spMkLst>
            <pc:docMk/>
            <pc:sldMk cId="2992689448" sldId="352"/>
            <ac:spMk id="9" creationId="{ABD011E8-14CD-F5BE-2CF5-19C8B551A01D}"/>
          </ac:spMkLst>
        </pc:spChg>
        <pc:spChg chg="add mod">
          <ac:chgData name="Qian Zhang" userId="db96febe-195b-47dc-bbda-2c1f6f2b7381" providerId="ADAL" clId="{5CF5A30F-3D71-4F4D-9896-54FCAB543FEF}" dt="2026-08-27T06:50:08.546" v="264" actId="164"/>
          <ac:spMkLst>
            <pc:docMk/>
            <pc:sldMk cId="2992689448" sldId="352"/>
            <ac:spMk id="11" creationId="{79F0E699-C356-A5BE-40BE-ED6AACD6E680}"/>
          </ac:spMkLst>
        </pc:spChg>
        <pc:spChg chg="add mod">
          <ac:chgData name="Qian Zhang" userId="db96febe-195b-47dc-bbda-2c1f6f2b7381" providerId="ADAL" clId="{5CF5A30F-3D71-4F4D-9896-54FCAB543FEF}" dt="2026-08-27T07:39:33.504" v="907" actId="1076"/>
          <ac:spMkLst>
            <pc:docMk/>
            <pc:sldMk cId="2992689448" sldId="352"/>
            <ac:spMk id="15" creationId="{B5F8A27F-05F4-A3CF-F36F-8617D7E0690F}"/>
          </ac:spMkLst>
        </pc:spChg>
        <pc:spChg chg="add mod">
          <ac:chgData name="Qian Zhang" userId="db96febe-195b-47dc-bbda-2c1f6f2b7381" providerId="ADAL" clId="{5CF5A30F-3D71-4F4D-9896-54FCAB543FEF}" dt="2026-08-27T07:38:51.334" v="898" actId="20577"/>
          <ac:spMkLst>
            <pc:docMk/>
            <pc:sldMk cId="2992689448" sldId="352"/>
            <ac:spMk id="21" creationId="{BEED0580-5221-BEAD-DDBB-41879BE0F1AC}"/>
          </ac:spMkLst>
        </pc:spChg>
        <pc:spChg chg="add mod">
          <ac:chgData name="Qian Zhang" userId="db96febe-195b-47dc-bbda-2c1f6f2b7381" providerId="ADAL" clId="{5CF5A30F-3D71-4F4D-9896-54FCAB543FEF}" dt="2026-08-27T07:39:02.611" v="902" actId="20577"/>
          <ac:spMkLst>
            <pc:docMk/>
            <pc:sldMk cId="2992689448" sldId="352"/>
            <ac:spMk id="24" creationId="{01986A66-C602-A357-98AE-7107A9E67203}"/>
          </ac:spMkLst>
        </pc:spChg>
        <pc:spChg chg="add mod">
          <ac:chgData name="Qian Zhang" userId="db96febe-195b-47dc-bbda-2c1f6f2b7381" providerId="ADAL" clId="{5CF5A30F-3D71-4F4D-9896-54FCAB543FEF}" dt="2026-08-27T07:39:06.509" v="903" actId="20577"/>
          <ac:spMkLst>
            <pc:docMk/>
            <pc:sldMk cId="2992689448" sldId="352"/>
            <ac:spMk id="28" creationId="{1818430B-9E3D-879F-CB68-B0C34A863DD7}"/>
          </ac:spMkLst>
        </pc:spChg>
        <pc:spChg chg="add mod">
          <ac:chgData name="Qian Zhang" userId="db96febe-195b-47dc-bbda-2c1f6f2b7381" providerId="ADAL" clId="{5CF5A30F-3D71-4F4D-9896-54FCAB543FEF}" dt="2026-08-27T07:39:08.971" v="904" actId="20577"/>
          <ac:spMkLst>
            <pc:docMk/>
            <pc:sldMk cId="2992689448" sldId="352"/>
            <ac:spMk id="30" creationId="{BCEE698B-F18C-80E2-6D88-0848AE1DB8B3}"/>
          </ac:spMkLst>
        </pc:spChg>
        <pc:spChg chg="add mod">
          <ac:chgData name="Qian Zhang" userId="db96febe-195b-47dc-bbda-2c1f6f2b7381" providerId="ADAL" clId="{5CF5A30F-3D71-4F4D-9896-54FCAB543FEF}" dt="2026-08-27T07:39:11.376" v="905" actId="20577"/>
          <ac:spMkLst>
            <pc:docMk/>
            <pc:sldMk cId="2992689448" sldId="352"/>
            <ac:spMk id="32" creationId="{D83249C6-236E-7590-20D1-65EEE64CDAC0}"/>
          </ac:spMkLst>
        </pc:spChg>
        <pc:spChg chg="add mod">
          <ac:chgData name="Qian Zhang" userId="db96febe-195b-47dc-bbda-2c1f6f2b7381" providerId="ADAL" clId="{5CF5A30F-3D71-4F4D-9896-54FCAB543FEF}" dt="2026-08-27T07:39:14.262" v="906" actId="20577"/>
          <ac:spMkLst>
            <pc:docMk/>
            <pc:sldMk cId="2992689448" sldId="352"/>
            <ac:spMk id="34" creationId="{CD586E13-3C31-8858-04D5-576F1ED472DC}"/>
          </ac:spMkLst>
        </pc:spChg>
        <pc:spChg chg="add mod">
          <ac:chgData name="Qian Zhang" userId="db96febe-195b-47dc-bbda-2c1f6f2b7381" providerId="ADAL" clId="{5CF5A30F-3D71-4F4D-9896-54FCAB543FEF}" dt="2026-08-27T07:06:51.578" v="344" actId="164"/>
          <ac:spMkLst>
            <pc:docMk/>
            <pc:sldMk cId="2992689448" sldId="352"/>
            <ac:spMk id="36" creationId="{D6EF7721-2DFF-219E-549B-CBA4AFF14F30}"/>
          </ac:spMkLst>
        </pc:spChg>
        <pc:spChg chg="add mod">
          <ac:chgData name="Qian Zhang" userId="db96febe-195b-47dc-bbda-2c1f6f2b7381" providerId="ADAL" clId="{5CF5A30F-3D71-4F4D-9896-54FCAB543FEF}" dt="2026-08-27T07:06:53.962" v="345" actId="164"/>
          <ac:spMkLst>
            <pc:docMk/>
            <pc:sldMk cId="2992689448" sldId="352"/>
            <ac:spMk id="38" creationId="{C98BE04B-2BA1-18C9-48EC-A32FB7F47CCD}"/>
          </ac:spMkLst>
        </pc:spChg>
        <pc:spChg chg="add mod">
          <ac:chgData name="Qian Zhang" userId="db96febe-195b-47dc-bbda-2c1f6f2b7381" providerId="ADAL" clId="{5CF5A30F-3D71-4F4D-9896-54FCAB543FEF}" dt="2026-08-27T07:07:07.137" v="346" actId="164"/>
          <ac:spMkLst>
            <pc:docMk/>
            <pc:sldMk cId="2992689448" sldId="352"/>
            <ac:spMk id="40" creationId="{9E38252D-0D36-B9E3-799F-01A36482ADE8}"/>
          </ac:spMkLst>
        </pc:spChg>
        <pc:spChg chg="add mod">
          <ac:chgData name="Qian Zhang" userId="db96febe-195b-47dc-bbda-2c1f6f2b7381" providerId="ADAL" clId="{5CF5A30F-3D71-4F4D-9896-54FCAB543FEF}" dt="2026-08-27T07:07:07.137" v="346" actId="164"/>
          <ac:spMkLst>
            <pc:docMk/>
            <pc:sldMk cId="2992689448" sldId="352"/>
            <ac:spMk id="42" creationId="{00364F98-F59D-F5E4-B4D9-2B6FB567757C}"/>
          </ac:spMkLst>
        </pc:spChg>
        <pc:spChg chg="add mod">
          <ac:chgData name="Qian Zhang" userId="db96febe-195b-47dc-bbda-2c1f6f2b7381" providerId="ADAL" clId="{5CF5A30F-3D71-4F4D-9896-54FCAB543FEF}" dt="2026-08-27T07:07:07.137" v="346" actId="164"/>
          <ac:spMkLst>
            <pc:docMk/>
            <pc:sldMk cId="2992689448" sldId="352"/>
            <ac:spMk id="44" creationId="{70240D1F-B6DF-ED4A-A479-3D4DC18C9DF9}"/>
          </ac:spMkLst>
        </pc:spChg>
        <pc:spChg chg="add mod">
          <ac:chgData name="Qian Zhang" userId="db96febe-195b-47dc-bbda-2c1f6f2b7381" providerId="ADAL" clId="{5CF5A30F-3D71-4F4D-9896-54FCAB543FEF}" dt="2026-08-27T07:07:07.137" v="346" actId="164"/>
          <ac:spMkLst>
            <pc:docMk/>
            <pc:sldMk cId="2992689448" sldId="352"/>
            <ac:spMk id="46" creationId="{5D386FC8-B429-F75B-86F4-B7697C6A4B1E}"/>
          </ac:spMkLst>
        </pc:spChg>
        <pc:spChg chg="add mod">
          <ac:chgData name="Qian Zhang" userId="db96febe-195b-47dc-bbda-2c1f6f2b7381" providerId="ADAL" clId="{5CF5A30F-3D71-4F4D-9896-54FCAB543FEF}" dt="2026-08-27T07:07:07.137" v="346" actId="164"/>
          <ac:spMkLst>
            <pc:docMk/>
            <pc:sldMk cId="2992689448" sldId="352"/>
            <ac:spMk id="48" creationId="{47F3BE7A-8046-E892-DF60-D3F86CF7A183}"/>
          </ac:spMkLst>
        </pc:spChg>
        <pc:spChg chg="add mod">
          <ac:chgData name="Qian Zhang" userId="db96febe-195b-47dc-bbda-2c1f6f2b7381" providerId="ADAL" clId="{5CF5A30F-3D71-4F4D-9896-54FCAB543FEF}" dt="2026-08-27T07:07:40.893" v="353" actId="1076"/>
          <ac:spMkLst>
            <pc:docMk/>
            <pc:sldMk cId="2992689448" sldId="352"/>
            <ac:spMk id="53" creationId="{D686D18D-9D76-0FCA-1E00-D443C38116A9}"/>
          </ac:spMkLst>
        </pc:spChg>
        <pc:spChg chg="add mod">
          <ac:chgData name="Qian Zhang" userId="db96febe-195b-47dc-bbda-2c1f6f2b7381" providerId="ADAL" clId="{5CF5A30F-3D71-4F4D-9896-54FCAB543FEF}" dt="2026-08-27T07:17:55.607" v="604" actId="20577"/>
          <ac:spMkLst>
            <pc:docMk/>
            <pc:sldMk cId="2992689448" sldId="352"/>
            <ac:spMk id="54" creationId="{6058CB8B-ACBD-BF42-DA5A-6C444F25BF28}"/>
          </ac:spMkLst>
        </pc:spChg>
        <pc:spChg chg="add mod ord">
          <ac:chgData name="Qian Zhang" userId="db96febe-195b-47dc-bbda-2c1f6f2b7381" providerId="ADAL" clId="{5CF5A30F-3D71-4F4D-9896-54FCAB543FEF}" dt="2026-08-27T07:14:03.737" v="576" actId="167"/>
          <ac:spMkLst>
            <pc:docMk/>
            <pc:sldMk cId="2992689448" sldId="352"/>
            <ac:spMk id="57" creationId="{06E46FBF-3DBF-F28B-8EB9-899ACE89F24C}"/>
          </ac:spMkLst>
        </pc:spChg>
        <pc:spChg chg="add mod">
          <ac:chgData name="Qian Zhang" userId="db96febe-195b-47dc-bbda-2c1f6f2b7381" providerId="ADAL" clId="{5CF5A30F-3D71-4F4D-9896-54FCAB543FEF}" dt="2026-08-27T07:38:59.547" v="901" actId="20577"/>
          <ac:spMkLst>
            <pc:docMk/>
            <pc:sldMk cId="2992689448" sldId="352"/>
            <ac:spMk id="62" creationId="{C1E2E7D1-44D2-7827-E38A-8150FD84168C}"/>
          </ac:spMkLst>
        </pc:spChg>
        <pc:grpChg chg="add mod">
          <ac:chgData name="Qian Zhang" userId="db96febe-195b-47dc-bbda-2c1f6f2b7381" providerId="ADAL" clId="{5CF5A30F-3D71-4F4D-9896-54FCAB543FEF}" dt="2026-08-27T07:04:15.626" v="298" actId="14100"/>
          <ac:grpSpMkLst>
            <pc:docMk/>
            <pc:sldMk cId="2992689448" sldId="352"/>
            <ac:grpSpMk id="16" creationId="{3952F435-F9C1-FB68-BE52-DEF9CC4B12A0}"/>
          </ac:grpSpMkLst>
        </pc:grpChg>
        <pc:grpChg chg="add mod">
          <ac:chgData name="Qian Zhang" userId="db96febe-195b-47dc-bbda-2c1f6f2b7381" providerId="ADAL" clId="{5CF5A30F-3D71-4F4D-9896-54FCAB543FEF}" dt="2026-08-27T07:06:51.578" v="344" actId="164"/>
          <ac:grpSpMkLst>
            <pc:docMk/>
            <pc:sldMk cId="2992689448" sldId="352"/>
            <ac:grpSpMk id="17" creationId="{05FE64A3-81D1-E9D3-5EC9-21535D92437C}"/>
          </ac:grpSpMkLst>
        </pc:grpChg>
        <pc:grpChg chg="add mod">
          <ac:chgData name="Qian Zhang" userId="db96febe-195b-47dc-bbda-2c1f6f2b7381" providerId="ADAL" clId="{5CF5A30F-3D71-4F4D-9896-54FCAB543FEF}" dt="2026-08-27T07:06:53.962" v="345" actId="164"/>
          <ac:grpSpMkLst>
            <pc:docMk/>
            <pc:sldMk cId="2992689448" sldId="352"/>
            <ac:grpSpMk id="22" creationId="{DF8F75E2-851C-D93E-37C7-FB9A0D583862}"/>
          </ac:grpSpMkLst>
        </pc:grpChg>
        <pc:grpChg chg="add mod">
          <ac:chgData name="Qian Zhang" userId="db96febe-195b-47dc-bbda-2c1f6f2b7381" providerId="ADAL" clId="{5CF5A30F-3D71-4F4D-9896-54FCAB543FEF}" dt="2026-08-27T07:06:51.578" v="344" actId="164"/>
          <ac:grpSpMkLst>
            <pc:docMk/>
            <pc:sldMk cId="2992689448" sldId="352"/>
            <ac:grpSpMk id="49" creationId="{937610D6-2A21-41E6-D536-8F45EA8E5CAB}"/>
          </ac:grpSpMkLst>
        </pc:grpChg>
        <pc:grpChg chg="add mod">
          <ac:chgData name="Qian Zhang" userId="db96febe-195b-47dc-bbda-2c1f6f2b7381" providerId="ADAL" clId="{5CF5A30F-3D71-4F4D-9896-54FCAB543FEF}" dt="2026-08-27T07:39:43.839" v="908" actId="1076"/>
          <ac:grpSpMkLst>
            <pc:docMk/>
            <pc:sldMk cId="2992689448" sldId="352"/>
            <ac:grpSpMk id="50" creationId="{BCCCD2AE-3A52-C3BA-1251-34750ABB0015}"/>
          </ac:grpSpMkLst>
        </pc:grpChg>
        <pc:grpChg chg="mod">
          <ac:chgData name="Qian Zhang" userId="db96febe-195b-47dc-bbda-2c1f6f2b7381" providerId="ADAL" clId="{5CF5A30F-3D71-4F4D-9896-54FCAB543FEF}" dt="2026-08-27T07:07:14.843" v="348" actId="1076"/>
          <ac:grpSpMkLst>
            <pc:docMk/>
            <pc:sldMk cId="2992689448" sldId="352"/>
            <ac:grpSpMk id="51" creationId="{3F71AE10-2C9D-09DC-74EA-3FBC2C554826}"/>
          </ac:grpSpMkLst>
        </pc:grpChg>
        <pc:picChg chg="del">
          <ac:chgData name="Qian Zhang" userId="db96febe-195b-47dc-bbda-2c1f6f2b7381" providerId="ADAL" clId="{5CF5A30F-3D71-4F4D-9896-54FCAB543FEF}" dt="2026-08-27T06:46:54.724" v="227" actId="478"/>
          <ac:picMkLst>
            <pc:docMk/>
            <pc:sldMk cId="2992689448" sldId="352"/>
            <ac:picMk id="6" creationId="{35C17D60-4F1E-021B-F1F7-844688E54AE3}"/>
          </ac:picMkLst>
        </pc:picChg>
        <pc:picChg chg="add mod modCrop">
          <ac:chgData name="Qian Zhang" userId="db96febe-195b-47dc-bbda-2c1f6f2b7381" providerId="ADAL" clId="{5CF5A30F-3D71-4F4D-9896-54FCAB543FEF}" dt="2026-08-27T06:50:08.546" v="264" actId="164"/>
          <ac:picMkLst>
            <pc:docMk/>
            <pc:sldMk cId="2992689448" sldId="352"/>
            <ac:picMk id="7" creationId="{57DE49FD-B71C-F17A-A935-096315685DE0}"/>
          </ac:picMkLst>
        </pc:picChg>
        <pc:picChg chg="add mod">
          <ac:chgData name="Qian Zhang" userId="db96febe-195b-47dc-bbda-2c1f6f2b7381" providerId="ADAL" clId="{5CF5A30F-3D71-4F4D-9896-54FCAB543FEF}" dt="2026-08-27T07:03:56.206" v="293" actId="14100"/>
          <ac:picMkLst>
            <pc:docMk/>
            <pc:sldMk cId="2992689448" sldId="352"/>
            <ac:picMk id="13" creationId="{3857FACA-2B0F-2A2B-D21E-89A1FD14FEEF}"/>
          </ac:picMkLst>
        </pc:picChg>
        <pc:picChg chg="add mod">
          <ac:chgData name="Qian Zhang" userId="db96febe-195b-47dc-bbda-2c1f6f2b7381" providerId="ADAL" clId="{5CF5A30F-3D71-4F4D-9896-54FCAB543FEF}" dt="2026-08-27T07:04:00.310" v="294" actId="14100"/>
          <ac:picMkLst>
            <pc:docMk/>
            <pc:sldMk cId="2992689448" sldId="352"/>
            <ac:picMk id="19" creationId="{64C0EAD7-F026-0EA2-5502-133195FCE132}"/>
          </ac:picMkLst>
        </pc:picChg>
        <pc:picChg chg="add mod">
          <ac:chgData name="Qian Zhang" userId="db96febe-195b-47dc-bbda-2c1f6f2b7381" providerId="ADAL" clId="{5CF5A30F-3D71-4F4D-9896-54FCAB543FEF}" dt="2026-08-27T07:04:03.598" v="295" actId="1076"/>
          <ac:picMkLst>
            <pc:docMk/>
            <pc:sldMk cId="2992689448" sldId="352"/>
            <ac:picMk id="26" creationId="{8ECD52C6-C752-E89C-2D11-9E029431CE11}"/>
          </ac:picMkLst>
        </pc:picChg>
        <pc:picChg chg="add mod">
          <ac:chgData name="Qian Zhang" userId="db96febe-195b-47dc-bbda-2c1f6f2b7381" providerId="ADAL" clId="{5CF5A30F-3D71-4F4D-9896-54FCAB543FEF}" dt="2026-08-27T07:17:44.692" v="591" actId="1076"/>
          <ac:picMkLst>
            <pc:docMk/>
            <pc:sldMk cId="2992689448" sldId="352"/>
            <ac:picMk id="56" creationId="{462F8AE4-2ABD-D3AF-5B77-7BAADABFE4AF}"/>
          </ac:picMkLst>
        </pc:picChg>
        <pc:picChg chg="add del mod">
          <ac:chgData name="Qian Zhang" userId="db96febe-195b-47dc-bbda-2c1f6f2b7381" providerId="ADAL" clId="{5CF5A30F-3D71-4F4D-9896-54FCAB543FEF}" dt="2026-08-27T07:17:40.986" v="590" actId="478"/>
          <ac:picMkLst>
            <pc:docMk/>
            <pc:sldMk cId="2992689448" sldId="352"/>
            <ac:picMk id="58" creationId="{5CAD909E-B5FF-2B3C-F3A3-09D7528EB710}"/>
          </ac:picMkLst>
        </pc:picChg>
        <pc:picChg chg="add mod">
          <ac:chgData name="Qian Zhang" userId="db96febe-195b-47dc-bbda-2c1f6f2b7381" providerId="ADAL" clId="{5CF5A30F-3D71-4F4D-9896-54FCAB543FEF}" dt="2026-08-27T07:38:43.435" v="896" actId="14100"/>
          <ac:picMkLst>
            <pc:docMk/>
            <pc:sldMk cId="2992689448" sldId="352"/>
            <ac:picMk id="60" creationId="{1DEB950A-D71A-70A7-E4A0-634E335A886F}"/>
          </ac:picMkLst>
        </pc:picChg>
      </pc:sldChg>
      <pc:sldChg chg="addSp delSp modSp mod">
        <pc:chgData name="Qian Zhang" userId="db96febe-195b-47dc-bbda-2c1f6f2b7381" providerId="ADAL" clId="{5CF5A30F-3D71-4F4D-9896-54FCAB543FEF}" dt="2026-08-27T07:28:49.605" v="816" actId="478"/>
        <pc:sldMkLst>
          <pc:docMk/>
          <pc:sldMk cId="1541999022" sldId="353"/>
        </pc:sldMkLst>
        <pc:spChg chg="mod">
          <ac:chgData name="Qian Zhang" userId="db96febe-195b-47dc-bbda-2c1f6f2b7381" providerId="ADAL" clId="{5CF5A30F-3D71-4F4D-9896-54FCAB543FEF}" dt="2026-08-27T07:19:24.849" v="656" actId="404"/>
          <ac:spMkLst>
            <pc:docMk/>
            <pc:sldMk cId="1541999022" sldId="353"/>
            <ac:spMk id="2" creationId="{3C5BF92A-0D43-706C-6FBA-74763B384E04}"/>
          </ac:spMkLst>
        </pc:spChg>
        <pc:spChg chg="del">
          <ac:chgData name="Qian Zhang" userId="db96febe-195b-47dc-bbda-2c1f6f2b7381" providerId="ADAL" clId="{5CF5A30F-3D71-4F4D-9896-54FCAB543FEF}" dt="2026-08-27T07:28:49.605" v="816" actId="478"/>
          <ac:spMkLst>
            <pc:docMk/>
            <pc:sldMk cId="1541999022" sldId="353"/>
            <ac:spMk id="3" creationId="{EA141BDE-734B-7FFF-ED92-215C4E93176D}"/>
          </ac:spMkLst>
        </pc:spChg>
        <pc:spChg chg="add mod">
          <ac:chgData name="Qian Zhang" userId="db96febe-195b-47dc-bbda-2c1f6f2b7381" providerId="ADAL" clId="{5CF5A30F-3D71-4F4D-9896-54FCAB543FEF}" dt="2026-08-27T07:19:35.114" v="659" actId="1076"/>
          <ac:spMkLst>
            <pc:docMk/>
            <pc:sldMk cId="1541999022" sldId="353"/>
            <ac:spMk id="4" creationId="{46589ADB-C544-5B06-6A30-A6A9129B0A90}"/>
          </ac:spMkLst>
        </pc:spChg>
        <pc:spChg chg="add mod">
          <ac:chgData name="Qian Zhang" userId="db96febe-195b-47dc-bbda-2c1f6f2b7381" providerId="ADAL" clId="{5CF5A30F-3D71-4F4D-9896-54FCAB543FEF}" dt="2026-08-27T06:48:33.717" v="254" actId="17032"/>
          <ac:spMkLst>
            <pc:docMk/>
            <pc:sldMk cId="1541999022" sldId="353"/>
            <ac:spMk id="7" creationId="{BD3DDB10-081D-68E3-FCA3-A8B8A4650D6B}"/>
          </ac:spMkLst>
        </pc:spChg>
        <pc:spChg chg="add mod">
          <ac:chgData name="Qian Zhang" userId="db96febe-195b-47dc-bbda-2c1f6f2b7381" providerId="ADAL" clId="{5CF5A30F-3D71-4F4D-9896-54FCAB543FEF}" dt="2026-08-27T06:45:38.629" v="214" actId="164"/>
          <ac:spMkLst>
            <pc:docMk/>
            <pc:sldMk cId="1541999022" sldId="353"/>
            <ac:spMk id="9" creationId="{A23FFCE1-2C8E-BF5A-540D-1FA38A243499}"/>
          </ac:spMkLst>
        </pc:spChg>
        <pc:spChg chg="add mod">
          <ac:chgData name="Qian Zhang" userId="db96febe-195b-47dc-bbda-2c1f6f2b7381" providerId="ADAL" clId="{5CF5A30F-3D71-4F4D-9896-54FCAB543FEF}" dt="2026-08-27T06:44:55" v="205" actId="164"/>
          <ac:spMkLst>
            <pc:docMk/>
            <pc:sldMk cId="1541999022" sldId="353"/>
            <ac:spMk id="13" creationId="{BC2BEEC6-15C8-1908-C21C-1C73F9266052}"/>
          </ac:spMkLst>
        </pc:spChg>
        <pc:spChg chg="add mod">
          <ac:chgData name="Qian Zhang" userId="db96febe-195b-47dc-bbda-2c1f6f2b7381" providerId="ADAL" clId="{5CF5A30F-3D71-4F4D-9896-54FCAB543FEF}" dt="2026-08-27T06:45:05.451" v="207" actId="164"/>
          <ac:spMkLst>
            <pc:docMk/>
            <pc:sldMk cId="1541999022" sldId="353"/>
            <ac:spMk id="17" creationId="{3693B73C-FFF3-E647-2E76-6708725E9EAB}"/>
          </ac:spMkLst>
        </pc:spChg>
        <pc:spChg chg="add mod">
          <ac:chgData name="Qian Zhang" userId="db96febe-195b-47dc-bbda-2c1f6f2b7381" providerId="ADAL" clId="{5CF5A30F-3D71-4F4D-9896-54FCAB543FEF}" dt="2026-08-27T07:26:40.634" v="792" actId="164"/>
          <ac:spMkLst>
            <pc:docMk/>
            <pc:sldMk cId="1541999022" sldId="353"/>
            <ac:spMk id="23" creationId="{440D6C74-0277-2757-D3CE-B28377F8E10F}"/>
          </ac:spMkLst>
        </pc:spChg>
        <pc:spChg chg="add mod">
          <ac:chgData name="Qian Zhang" userId="db96febe-195b-47dc-bbda-2c1f6f2b7381" providerId="ADAL" clId="{5CF5A30F-3D71-4F4D-9896-54FCAB543FEF}" dt="2026-08-27T07:26:40.634" v="792" actId="164"/>
          <ac:spMkLst>
            <pc:docMk/>
            <pc:sldMk cId="1541999022" sldId="353"/>
            <ac:spMk id="28" creationId="{142795E0-2A61-624E-9610-743F1B7FB4B9}"/>
          </ac:spMkLst>
        </pc:spChg>
        <pc:spChg chg="add mod">
          <ac:chgData name="Qian Zhang" userId="db96febe-195b-47dc-bbda-2c1f6f2b7381" providerId="ADAL" clId="{5CF5A30F-3D71-4F4D-9896-54FCAB543FEF}" dt="2026-08-27T07:26:40.634" v="792" actId="164"/>
          <ac:spMkLst>
            <pc:docMk/>
            <pc:sldMk cId="1541999022" sldId="353"/>
            <ac:spMk id="30" creationId="{23CBE447-9EE1-80F7-9792-AA3269CA93EC}"/>
          </ac:spMkLst>
        </pc:spChg>
        <pc:spChg chg="add mod">
          <ac:chgData name="Qian Zhang" userId="db96febe-195b-47dc-bbda-2c1f6f2b7381" providerId="ADAL" clId="{5CF5A30F-3D71-4F4D-9896-54FCAB543FEF}" dt="2026-08-27T07:26:40.634" v="792" actId="164"/>
          <ac:spMkLst>
            <pc:docMk/>
            <pc:sldMk cId="1541999022" sldId="353"/>
            <ac:spMk id="32" creationId="{22FFCA90-6913-A5BB-4334-64CE7E5662D0}"/>
          </ac:spMkLst>
        </pc:spChg>
        <pc:spChg chg="add del mod">
          <ac:chgData name="Qian Zhang" userId="db96febe-195b-47dc-bbda-2c1f6f2b7381" providerId="ADAL" clId="{5CF5A30F-3D71-4F4D-9896-54FCAB543FEF}" dt="2026-08-27T07:00:16.697" v="285" actId="478"/>
          <ac:spMkLst>
            <pc:docMk/>
            <pc:sldMk cId="1541999022" sldId="353"/>
            <ac:spMk id="34" creationId="{81D58D60-4DCC-CDD5-6A98-BA3F16D33665}"/>
          </ac:spMkLst>
        </pc:spChg>
        <pc:spChg chg="add del">
          <ac:chgData name="Qian Zhang" userId="db96febe-195b-47dc-bbda-2c1f6f2b7381" providerId="ADAL" clId="{5CF5A30F-3D71-4F4D-9896-54FCAB543FEF}" dt="2026-08-27T07:05:16.642" v="315" actId="22"/>
          <ac:spMkLst>
            <pc:docMk/>
            <pc:sldMk cId="1541999022" sldId="353"/>
            <ac:spMk id="36" creationId="{014EC624-C318-8E43-D713-72DFD8741EAD}"/>
          </ac:spMkLst>
        </pc:spChg>
        <pc:spChg chg="add mod">
          <ac:chgData name="Qian Zhang" userId="db96febe-195b-47dc-bbda-2c1f6f2b7381" providerId="ADAL" clId="{5CF5A30F-3D71-4F4D-9896-54FCAB543FEF}" dt="2026-08-27T07:26:40.634" v="792" actId="164"/>
          <ac:spMkLst>
            <pc:docMk/>
            <pc:sldMk cId="1541999022" sldId="353"/>
            <ac:spMk id="38" creationId="{4A6E0A66-AA19-4EF9-D5E0-BEF556D51E49}"/>
          </ac:spMkLst>
        </pc:spChg>
        <pc:grpChg chg="add mod">
          <ac:chgData name="Qian Zhang" userId="db96febe-195b-47dc-bbda-2c1f6f2b7381" providerId="ADAL" clId="{5CF5A30F-3D71-4F4D-9896-54FCAB543FEF}" dt="2026-08-27T07:26:40.634" v="792" actId="164"/>
          <ac:grpSpMkLst>
            <pc:docMk/>
            <pc:sldMk cId="1541999022" sldId="353"/>
            <ac:grpSpMk id="20" creationId="{A6F98F34-4A7C-CC50-C05D-3FDC12915EE4}"/>
          </ac:grpSpMkLst>
        </pc:grpChg>
        <pc:grpChg chg="add mod">
          <ac:chgData name="Qian Zhang" userId="db96febe-195b-47dc-bbda-2c1f6f2b7381" providerId="ADAL" clId="{5CF5A30F-3D71-4F4D-9896-54FCAB543FEF}" dt="2026-08-27T07:26:40.634" v="792" actId="164"/>
          <ac:grpSpMkLst>
            <pc:docMk/>
            <pc:sldMk cId="1541999022" sldId="353"/>
            <ac:grpSpMk id="21" creationId="{1E5E1AD8-ED48-95A7-98E2-234D65B15D4F}"/>
          </ac:grpSpMkLst>
        </pc:grpChg>
        <pc:grpChg chg="add mod">
          <ac:chgData name="Qian Zhang" userId="db96febe-195b-47dc-bbda-2c1f6f2b7381" providerId="ADAL" clId="{5CF5A30F-3D71-4F4D-9896-54FCAB543FEF}" dt="2026-08-27T06:45:41.704" v="215" actId="1076"/>
          <ac:grpSpMkLst>
            <pc:docMk/>
            <pc:sldMk cId="1541999022" sldId="353"/>
            <ac:grpSpMk id="24" creationId="{2B02BFC4-C056-662A-0D42-79F30E1DB963}"/>
          </ac:grpSpMkLst>
        </pc:grpChg>
        <pc:grpChg chg="add mod">
          <ac:chgData name="Qian Zhang" userId="db96febe-195b-47dc-bbda-2c1f6f2b7381" providerId="ADAL" clId="{5CF5A30F-3D71-4F4D-9896-54FCAB543FEF}" dt="2026-08-27T07:26:40.634" v="792" actId="164"/>
          <ac:grpSpMkLst>
            <pc:docMk/>
            <pc:sldMk cId="1541999022" sldId="353"/>
            <ac:grpSpMk id="39" creationId="{7FB0CF14-AE53-A599-6B54-2E36E66C2DEF}"/>
          </ac:grpSpMkLst>
        </pc:grpChg>
        <pc:picChg chg="add mod">
          <ac:chgData name="Qian Zhang" userId="db96febe-195b-47dc-bbda-2c1f6f2b7381" providerId="ADAL" clId="{5CF5A30F-3D71-4F4D-9896-54FCAB543FEF}" dt="2026-08-27T06:46:06.045" v="220" actId="1440"/>
          <ac:picMkLst>
            <pc:docMk/>
            <pc:sldMk cId="1541999022" sldId="353"/>
            <ac:picMk id="6" creationId="{E159E15C-E65C-F836-967A-6CF2414B0B59}"/>
          </ac:picMkLst>
        </pc:picChg>
        <pc:picChg chg="add mod">
          <ac:chgData name="Qian Zhang" userId="db96febe-195b-47dc-bbda-2c1f6f2b7381" providerId="ADAL" clId="{5CF5A30F-3D71-4F4D-9896-54FCAB543FEF}" dt="2026-08-27T06:45:54.863" v="217" actId="1440"/>
          <ac:picMkLst>
            <pc:docMk/>
            <pc:sldMk cId="1541999022" sldId="353"/>
            <ac:picMk id="11" creationId="{9015C31F-935E-C973-865C-9DB5F82359F1}"/>
          </ac:picMkLst>
        </pc:picChg>
        <pc:picChg chg="add mod">
          <ac:chgData name="Qian Zhang" userId="db96febe-195b-47dc-bbda-2c1f6f2b7381" providerId="ADAL" clId="{5CF5A30F-3D71-4F4D-9896-54FCAB543FEF}" dt="2026-08-27T06:45:58.978" v="218" actId="1440"/>
          <ac:picMkLst>
            <pc:docMk/>
            <pc:sldMk cId="1541999022" sldId="353"/>
            <ac:picMk id="15" creationId="{BBADE891-63B6-57CD-BAA9-A3233F8820F7}"/>
          </ac:picMkLst>
        </pc:picChg>
        <pc:picChg chg="add mod">
          <ac:chgData name="Qian Zhang" userId="db96febe-195b-47dc-bbda-2c1f6f2b7381" providerId="ADAL" clId="{5CF5A30F-3D71-4F4D-9896-54FCAB543FEF}" dt="2026-08-27T07:26:40.634" v="792" actId="164"/>
          <ac:picMkLst>
            <pc:docMk/>
            <pc:sldMk cId="1541999022" sldId="353"/>
            <ac:picMk id="19" creationId="{3E5B8A75-9877-665B-F5D4-CDA44A3A2ABF}"/>
          </ac:picMkLst>
        </pc:picChg>
        <pc:picChg chg="add mod">
          <ac:chgData name="Qian Zhang" userId="db96febe-195b-47dc-bbda-2c1f6f2b7381" providerId="ADAL" clId="{5CF5A30F-3D71-4F4D-9896-54FCAB543FEF}" dt="2026-08-27T07:26:40.634" v="792" actId="164"/>
          <ac:picMkLst>
            <pc:docMk/>
            <pc:sldMk cId="1541999022" sldId="353"/>
            <ac:picMk id="26" creationId="{4522AEFE-BB72-D198-0E47-9D4DFC35D7A5}"/>
          </ac:picMkLst>
        </pc:picChg>
      </pc:sldChg>
      <pc:sldChg chg="addSp delSp modSp mod ord">
        <pc:chgData name="Qian Zhang" userId="db96febe-195b-47dc-bbda-2c1f6f2b7381" providerId="ADAL" clId="{5CF5A30F-3D71-4F4D-9896-54FCAB543FEF}" dt="2026-08-27T07:32:38.048" v="890" actId="20577"/>
        <pc:sldMkLst>
          <pc:docMk/>
          <pc:sldMk cId="3062767052" sldId="354"/>
        </pc:sldMkLst>
        <pc:spChg chg="add mod">
          <ac:chgData name="Qian Zhang" userId="db96febe-195b-47dc-bbda-2c1f6f2b7381" providerId="ADAL" clId="{5CF5A30F-3D71-4F4D-9896-54FCAB543FEF}" dt="2026-08-27T07:32:38.048" v="890" actId="20577"/>
          <ac:spMkLst>
            <pc:docMk/>
            <pc:sldMk cId="3062767052" sldId="354"/>
            <ac:spMk id="2" creationId="{72AEFB9E-4491-C410-28F1-25BCC1C638CF}"/>
          </ac:spMkLst>
        </pc:spChg>
        <pc:spChg chg="add mod">
          <ac:chgData name="Qian Zhang" userId="db96febe-195b-47dc-bbda-2c1f6f2b7381" providerId="ADAL" clId="{5CF5A30F-3D71-4F4D-9896-54FCAB543FEF}" dt="2026-08-27T07:24:40.776" v="780" actId="20577"/>
          <ac:spMkLst>
            <pc:docMk/>
            <pc:sldMk cId="3062767052" sldId="354"/>
            <ac:spMk id="4" creationId="{0FC19CD2-36AD-0E58-4474-2FDA2430752C}"/>
          </ac:spMkLst>
        </pc:spChg>
        <pc:spChg chg="del">
          <ac:chgData name="Qian Zhang" userId="db96febe-195b-47dc-bbda-2c1f6f2b7381" providerId="ADAL" clId="{5CF5A30F-3D71-4F4D-9896-54FCAB543FEF}" dt="2026-08-27T06:52:47.542" v="276" actId="478"/>
          <ac:spMkLst>
            <pc:docMk/>
            <pc:sldMk cId="3062767052" sldId="354"/>
            <ac:spMk id="9" creationId="{46DED23B-CC77-26B3-9643-BACB4285219E}"/>
          </ac:spMkLst>
        </pc:spChg>
        <pc:spChg chg="del">
          <ac:chgData name="Qian Zhang" userId="db96febe-195b-47dc-bbda-2c1f6f2b7381" providerId="ADAL" clId="{5CF5A30F-3D71-4F4D-9896-54FCAB543FEF}" dt="2026-08-27T06:52:49.891" v="278" actId="478"/>
          <ac:spMkLst>
            <pc:docMk/>
            <pc:sldMk cId="3062767052" sldId="354"/>
            <ac:spMk id="10" creationId="{F810D875-1C37-0C55-BCC8-2550EF241BB4}"/>
          </ac:spMkLst>
        </pc:spChg>
        <pc:picChg chg="del">
          <ac:chgData name="Qian Zhang" userId="db96febe-195b-47dc-bbda-2c1f6f2b7381" providerId="ADAL" clId="{5CF5A30F-3D71-4F4D-9896-54FCAB543FEF}" dt="2026-08-27T06:52:46.655" v="275" actId="478"/>
          <ac:picMkLst>
            <pc:docMk/>
            <pc:sldMk cId="3062767052" sldId="354"/>
            <ac:picMk id="6" creationId="{A448349D-3787-D8C9-BD7F-41667014F23B}"/>
          </ac:picMkLst>
        </pc:picChg>
        <pc:picChg chg="add mod">
          <ac:chgData name="Qian Zhang" userId="db96febe-195b-47dc-bbda-2c1f6f2b7381" providerId="ADAL" clId="{5CF5A30F-3D71-4F4D-9896-54FCAB543FEF}" dt="2026-08-27T07:25:24.034" v="787" actId="1076"/>
          <ac:picMkLst>
            <pc:docMk/>
            <pc:sldMk cId="3062767052" sldId="354"/>
            <ac:picMk id="7" creationId="{54916E88-F3F0-ED82-D230-618660EDB07A}"/>
          </ac:picMkLst>
        </pc:picChg>
        <pc:picChg chg="del">
          <ac:chgData name="Qian Zhang" userId="db96febe-195b-47dc-bbda-2c1f6f2b7381" providerId="ADAL" clId="{5CF5A30F-3D71-4F4D-9896-54FCAB543FEF}" dt="2026-08-27T06:52:48.162" v="277" actId="478"/>
          <ac:picMkLst>
            <pc:docMk/>
            <pc:sldMk cId="3062767052" sldId="354"/>
            <ac:picMk id="8" creationId="{74EEBA55-BA81-14D3-0C18-EB57F683860C}"/>
          </ac:picMkLst>
        </pc:picChg>
      </pc:sldChg>
      <pc:sldChg chg="delSp modSp new mod">
        <pc:chgData name="Qian Zhang" userId="db96febe-195b-47dc-bbda-2c1f6f2b7381" providerId="ADAL" clId="{5CF5A30F-3D71-4F4D-9896-54FCAB543FEF}" dt="2026-08-27T07:28:51.586" v="817" actId="478"/>
        <pc:sldMkLst>
          <pc:docMk/>
          <pc:sldMk cId="1051069528" sldId="355"/>
        </pc:sldMkLst>
        <pc:spChg chg="mod">
          <ac:chgData name="Qian Zhang" userId="db96febe-195b-47dc-bbda-2c1f6f2b7381" providerId="ADAL" clId="{5CF5A30F-3D71-4F4D-9896-54FCAB543FEF}" dt="2026-08-27T07:21:59.537" v="731" actId="20577"/>
          <ac:spMkLst>
            <pc:docMk/>
            <pc:sldMk cId="1051069528" sldId="355"/>
            <ac:spMk id="2" creationId="{4F5604F6-D18E-3502-27B0-12F2FE92B5FC}"/>
          </ac:spMkLst>
        </pc:spChg>
        <pc:spChg chg="mod">
          <ac:chgData name="Qian Zhang" userId="db96febe-195b-47dc-bbda-2c1f6f2b7381" providerId="ADAL" clId="{5CF5A30F-3D71-4F4D-9896-54FCAB543FEF}" dt="2026-08-27T07:23:43.284" v="757" actId="1076"/>
          <ac:spMkLst>
            <pc:docMk/>
            <pc:sldMk cId="1051069528" sldId="355"/>
            <ac:spMk id="3" creationId="{B61AB6DB-EFC7-207B-D9F5-3C8CB1A00CC4}"/>
          </ac:spMkLst>
        </pc:spChg>
        <pc:spChg chg="del">
          <ac:chgData name="Qian Zhang" userId="db96febe-195b-47dc-bbda-2c1f6f2b7381" providerId="ADAL" clId="{5CF5A30F-3D71-4F4D-9896-54FCAB543FEF}" dt="2026-08-27T07:28:51.586" v="817" actId="478"/>
          <ac:spMkLst>
            <pc:docMk/>
            <pc:sldMk cId="1051069528" sldId="355"/>
            <ac:spMk id="4" creationId="{C7BF4BD2-497D-86A0-7097-45CE52F163CD}"/>
          </ac:spMkLst>
        </pc:spChg>
      </pc:sldChg>
      <pc:sldChg chg="modSp new mod">
        <pc:chgData name="Qian Zhang" userId="db96febe-195b-47dc-bbda-2c1f6f2b7381" providerId="ADAL" clId="{5CF5A30F-3D71-4F4D-9896-54FCAB543FEF}" dt="2026-08-27T07:31:52.204" v="873" actId="20577"/>
        <pc:sldMkLst>
          <pc:docMk/>
          <pc:sldMk cId="3159263738" sldId="356"/>
        </pc:sldMkLst>
        <pc:spChg chg="mod">
          <ac:chgData name="Qian Zhang" userId="db96febe-195b-47dc-bbda-2c1f6f2b7381" providerId="ADAL" clId="{5CF5A30F-3D71-4F4D-9896-54FCAB543FEF}" dt="2026-08-27T07:29:44.847" v="841" actId="20577"/>
          <ac:spMkLst>
            <pc:docMk/>
            <pc:sldMk cId="3159263738" sldId="356"/>
            <ac:spMk id="2" creationId="{6FB483BC-AD7A-132A-E494-28E2F547DC06}"/>
          </ac:spMkLst>
        </pc:spChg>
        <pc:spChg chg="mod">
          <ac:chgData name="Qian Zhang" userId="db96febe-195b-47dc-bbda-2c1f6f2b7381" providerId="ADAL" clId="{5CF5A30F-3D71-4F4D-9896-54FCAB543FEF}" dt="2026-08-27T07:31:52.204" v="873" actId="20577"/>
          <ac:spMkLst>
            <pc:docMk/>
            <pc:sldMk cId="3159263738" sldId="356"/>
            <ac:spMk id="3" creationId="{45579D25-5F1B-9604-1DC6-3B69D975D532}"/>
          </ac:spMkLst>
        </pc:spChg>
      </pc:sldChg>
      <pc:sldChg chg="modSp new mod">
        <pc:chgData name="Qian Zhang" userId="db96febe-195b-47dc-bbda-2c1f6f2b7381" providerId="ADAL" clId="{5CF5A30F-3D71-4F4D-9896-54FCAB543FEF}" dt="2026-08-27T07:31:57.284" v="880" actId="20577"/>
        <pc:sldMkLst>
          <pc:docMk/>
          <pc:sldMk cId="1787661488" sldId="357"/>
        </pc:sldMkLst>
        <pc:spChg chg="mod">
          <ac:chgData name="Qian Zhang" userId="db96febe-195b-47dc-bbda-2c1f6f2b7381" providerId="ADAL" clId="{5CF5A30F-3D71-4F4D-9896-54FCAB543FEF}" dt="2026-08-27T07:31:37.071" v="866" actId="20577"/>
          <ac:spMkLst>
            <pc:docMk/>
            <pc:sldMk cId="1787661488" sldId="357"/>
            <ac:spMk id="2" creationId="{6D9D9747-789B-E349-4BD7-890B279BE61A}"/>
          </ac:spMkLst>
        </pc:spChg>
        <pc:spChg chg="mod">
          <ac:chgData name="Qian Zhang" userId="db96febe-195b-47dc-bbda-2c1f6f2b7381" providerId="ADAL" clId="{5CF5A30F-3D71-4F4D-9896-54FCAB543FEF}" dt="2026-08-27T07:31:57.284" v="880" actId="20577"/>
          <ac:spMkLst>
            <pc:docMk/>
            <pc:sldMk cId="1787661488" sldId="357"/>
            <ac:spMk id="3" creationId="{5C218E9A-AE16-4611-B5BD-A7E625B57564}"/>
          </ac:spMkLst>
        </pc:spChg>
      </pc:sldChg>
      <pc:sldMasterChg chg="addSp mod">
        <pc:chgData name="Qian Zhang" userId="db96febe-195b-47dc-bbda-2c1f6f2b7381" providerId="ADAL" clId="{5CF5A30F-3D71-4F4D-9896-54FCAB543FEF}" dt="2026-08-27T06:39:42.714" v="121" actId="33475"/>
        <pc:sldMasterMkLst>
          <pc:docMk/>
          <pc:sldMasterMk cId="3886770927" sldId="2147483648"/>
        </pc:sldMasterMkLst>
        <pc:spChg chg="add">
          <ac:chgData name="Qian Zhang" userId="db96febe-195b-47dc-bbda-2c1f6f2b7381" providerId="ADAL" clId="{5CF5A30F-3D71-4F4D-9896-54FCAB543FEF}" dt="2026-08-27T06:39:42.714" v="121" actId="33475"/>
          <ac:spMkLst>
            <pc:docMk/>
            <pc:sldMasterMk cId="3886770927" sldId="2147483648"/>
            <ac:spMk id="5" creationId="{B2F5D6D3-8D6E-5157-EF3E-393258FA83EF}"/>
          </ac:spMkLst>
        </pc:spChg>
      </pc:sldMasterChg>
      <pc:sldMasterChg chg="addSp mod">
        <pc:chgData name="Qian Zhang" userId="db96febe-195b-47dc-bbda-2c1f6f2b7381" providerId="ADAL" clId="{5CF5A30F-3D71-4F4D-9896-54FCAB543FEF}" dt="2026-08-27T06:39:42.714" v="121" actId="33475"/>
        <pc:sldMasterMkLst>
          <pc:docMk/>
          <pc:sldMasterMk cId="1019538345" sldId="2147483660"/>
        </pc:sldMasterMkLst>
        <pc:spChg chg="add">
          <ac:chgData name="Qian Zhang" userId="db96febe-195b-47dc-bbda-2c1f6f2b7381" providerId="ADAL" clId="{5CF5A30F-3D71-4F4D-9896-54FCAB543FEF}" dt="2026-08-27T06:39:42.714" v="121" actId="33475"/>
          <ac:spMkLst>
            <pc:docMk/>
            <pc:sldMasterMk cId="1019538345" sldId="2147483660"/>
            <ac:spMk id="3" creationId="{C6273F35-EDCF-FCE6-9A5D-B4CC5B6F5EB9}"/>
          </ac:spMkLst>
        </pc:spChg>
      </pc:sldMasterChg>
      <pc:sldMasterChg chg="addSp mod">
        <pc:chgData name="Qian Zhang" userId="db96febe-195b-47dc-bbda-2c1f6f2b7381" providerId="ADAL" clId="{5CF5A30F-3D71-4F4D-9896-54FCAB543FEF}" dt="2026-08-27T06:39:42.714" v="121" actId="33475"/>
        <pc:sldMasterMkLst>
          <pc:docMk/>
          <pc:sldMasterMk cId="3900124351" sldId="2147483670"/>
        </pc:sldMasterMkLst>
        <pc:spChg chg="add">
          <ac:chgData name="Qian Zhang" userId="db96febe-195b-47dc-bbda-2c1f6f2b7381" providerId="ADAL" clId="{5CF5A30F-3D71-4F4D-9896-54FCAB543FEF}" dt="2026-08-27T06:39:42.714" v="121" actId="33475"/>
          <ac:spMkLst>
            <pc:docMk/>
            <pc:sldMasterMk cId="3900124351" sldId="2147483670"/>
            <ac:spMk id="3" creationId="{BDDC94DC-6ED2-4584-5520-6E2483B446D1}"/>
          </ac:spMkLst>
        </pc:spChg>
      </pc:sldMasterChg>
      <pc:sldMasterChg chg="addSp mod">
        <pc:chgData name="Qian Zhang" userId="db96febe-195b-47dc-bbda-2c1f6f2b7381" providerId="ADAL" clId="{5CF5A30F-3D71-4F4D-9896-54FCAB543FEF}" dt="2026-08-27T06:39:42.714" v="121" actId="33475"/>
        <pc:sldMasterMkLst>
          <pc:docMk/>
          <pc:sldMasterMk cId="898506524" sldId="2147483673"/>
        </pc:sldMasterMkLst>
        <pc:spChg chg="add">
          <ac:chgData name="Qian Zhang" userId="db96febe-195b-47dc-bbda-2c1f6f2b7381" providerId="ADAL" clId="{5CF5A30F-3D71-4F4D-9896-54FCAB543FEF}" dt="2026-08-27T06:39:42.714" v="121" actId="33475"/>
          <ac:spMkLst>
            <pc:docMk/>
            <pc:sldMasterMk cId="898506524" sldId="2147483673"/>
            <ac:spMk id="5" creationId="{9567E134-766D-9F46-2856-6324EF8FE451}"/>
          </ac:spMkLst>
        </pc:spChg>
      </pc:sldMasterChg>
      <pc:sldMasterChg chg="addSp mod">
        <pc:chgData name="Qian Zhang" userId="db96febe-195b-47dc-bbda-2c1f6f2b7381" providerId="ADAL" clId="{5CF5A30F-3D71-4F4D-9896-54FCAB543FEF}" dt="2026-08-27T06:39:42.714" v="121" actId="33475"/>
        <pc:sldMasterMkLst>
          <pc:docMk/>
          <pc:sldMasterMk cId="4155015058" sldId="2147483709"/>
        </pc:sldMasterMkLst>
        <pc:spChg chg="add">
          <ac:chgData name="Qian Zhang" userId="db96febe-195b-47dc-bbda-2c1f6f2b7381" providerId="ADAL" clId="{5CF5A30F-3D71-4F4D-9896-54FCAB543FEF}" dt="2026-08-27T06:39:42.714" v="121" actId="33475"/>
          <ac:spMkLst>
            <pc:docMk/>
            <pc:sldMasterMk cId="4155015058" sldId="2147483709"/>
            <ac:spMk id="5" creationId="{9FD1AA03-BD6C-F3B7-87DB-F5DBD2FF69A1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E02F7B83-40C4-0CC6-32A9-0CBD5CD1A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2402" y="8700833"/>
            <a:ext cx="1735707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F589425-449D-4D80-B16A-0FCA3F0B391A}" type="datetime9">
              <a:rPr lang="en-US" sz="900" smtClean="0">
                <a:latin typeface="Poppins Light" panose="00000400000000000000" pitchFamily="2" charset="0"/>
                <a:cs typeface="Poppins Light" panose="00000400000000000000" pitchFamily="2" charset="0"/>
              </a:rPr>
              <a:pPr algn="l"/>
              <a:t>8/27/2026 2:39:28 PM</a:t>
            </a:fld>
            <a:endParaRPr lang="en-US" sz="900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FF31D04-11DD-A567-1CE0-22313F186BA1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712054" y="8700833"/>
            <a:ext cx="3259874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sz="900">
                <a:latin typeface="Poppins Light" panose="00000400000000000000" pitchFamily="2" charset="0"/>
                <a:cs typeface="Poppins Light" panose="00000400000000000000" pitchFamily="2" charset="0"/>
              </a:rPr>
              <a:t>|  © NXP  |  Confidential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44DC7DF-5E71-C95A-68A7-7D0EEEA60F0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10024" y="8700833"/>
            <a:ext cx="416205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B1A579D-3553-4F33-9067-7E7231905C3B}" type="slidenum">
              <a:rPr lang="en-US" sz="1000">
                <a:latin typeface="Poppins Light" panose="00000400000000000000" pitchFamily="2" charset="0"/>
                <a:cs typeface="Poppins Light" panose="00000400000000000000" pitchFamily="2" charset="0"/>
              </a:rPr>
              <a:pPr/>
              <a:t>‹#›</a:t>
            </a:fld>
            <a:endParaRPr lang="en-US" sz="1000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2D42022-CD4C-2B31-7033-BE65CC5F31B1}"/>
              </a:ext>
            </a:extLst>
          </p:cNvPr>
          <p:cNvGrpSpPr/>
          <p:nvPr/>
        </p:nvGrpSpPr>
        <p:grpSpPr>
          <a:xfrm>
            <a:off x="5936457" y="8705967"/>
            <a:ext cx="547861" cy="185337"/>
            <a:chOff x="532238" y="532263"/>
            <a:chExt cx="1522954" cy="5152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5308769-5F22-5F62-3F1E-D4C54D321D02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E2B8103-707D-7471-CF82-82247C499B24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9E3E3FD-AAAB-3A08-98D2-DF744BB8CA3D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48013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C118F7E-5CDC-0D0D-8A1F-979CEC795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2402" y="8700833"/>
            <a:ext cx="1735707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F589425-449D-4D80-B16A-0FCA3F0B391A}" type="datetime9">
              <a:rPr lang="en-US" sz="900" smtClean="0">
                <a:latin typeface="Poppins Light" panose="00000400000000000000" pitchFamily="2" charset="0"/>
                <a:cs typeface="Poppins Light" panose="00000400000000000000" pitchFamily="2" charset="0"/>
              </a:rPr>
              <a:pPr algn="l"/>
              <a:t>8/27/2026 2:39:28 PM</a:t>
            </a:fld>
            <a:endParaRPr lang="en-US" sz="900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606DA34-9F7A-84F8-5163-E2C98D7C733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712054" y="8700833"/>
            <a:ext cx="3259874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sz="900">
                <a:latin typeface="Poppins Light" panose="00000400000000000000" pitchFamily="2" charset="0"/>
                <a:cs typeface="Poppins Light" panose="00000400000000000000" pitchFamily="2" charset="0"/>
              </a:rPr>
              <a:t>|  © NXP  |  Confidential</a:t>
            </a: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B7CCF6B6-CD45-B791-1362-E2D172911D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10024" y="8700833"/>
            <a:ext cx="416205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B1A579D-3553-4F33-9067-7E7231905C3B}" type="slidenum">
              <a:rPr lang="en-US" sz="1000">
                <a:latin typeface="Poppins Light" panose="00000400000000000000" pitchFamily="2" charset="0"/>
                <a:cs typeface="Poppins Light" panose="00000400000000000000" pitchFamily="2" charset="0"/>
              </a:rPr>
              <a:pPr/>
              <a:t>‹#›</a:t>
            </a:fld>
            <a:endParaRPr lang="en-US" sz="1000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BA0B33B-913A-805D-B3BA-BEB9A3846A1E}"/>
              </a:ext>
            </a:extLst>
          </p:cNvPr>
          <p:cNvGrpSpPr/>
          <p:nvPr/>
        </p:nvGrpSpPr>
        <p:grpSpPr>
          <a:xfrm>
            <a:off x="5936457" y="8705967"/>
            <a:ext cx="547861" cy="185337"/>
            <a:chOff x="532238" y="532263"/>
            <a:chExt cx="1522954" cy="51520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D13B215-5B62-AE2A-C23A-A682BD720511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45F9349-CEF0-0583-3F11-0ABE2362580B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01CD4DC-CADC-2222-5553-DECDEF314F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3459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Poppins Light" panose="000004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Poppins Light" panose="000004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Poppins Light" panose="000004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Poppins Light" panose="000004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Poppins Light" panose="000004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nxp.com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hyperlink" Target="nxp.com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hyperlink" Target="nxp.com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hyperlink" Target="nxp.com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hyperlink" Target="nxp.com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hyperlink" Target="nxp.com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324D27-FA25-A843-7A6A-F4333DACFF5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0BD806-5824-DF2E-D85C-C77098172B2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pic>
        <p:nvPicPr>
          <p:cNvPr id="15" name="Picture 14" descr="A rainbow colored lines on a black background&#10;&#10;Description automatically generated">
            <a:extLst>
              <a:ext uri="{FF2B5EF4-FFF2-40B4-BE49-F238E27FC236}">
                <a16:creationId xmlns:a16="http://schemas.microsoft.com/office/drawing/2014/main" id="{FC1E2EB0-39BB-329D-C174-57962ACE46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A28994-49B2-3EF5-8221-52CF2386DC20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1343025" y="1616530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600"/>
              </a:spcBef>
              <a:buNone/>
              <a:defRPr sz="4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The presentation title goes here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AB93D4E-5ABB-926A-96C4-704DAF949EAD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D517C21-C4A9-C71C-B814-3FF90FCC0F76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396D3BA7-FE9E-4992-BA10-9DA227D3D64F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54A5B0D-838A-84DA-2755-40819DFA968D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9F5C6D4-75BA-5850-B004-417EC98AE42F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343025" y="5223518"/>
            <a:ext cx="506291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If required goes here | speaker title, date and/or additional information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565C116-A164-FBC7-A913-45863BEBC20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342652" y="4695137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800"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Sub Heading or Speaker Name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8E66E146-0522-8568-D667-CA6893BD6C6B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4027687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6777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Title of slide goes here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C8C5959-5865-DB24-5DF2-A323BD521A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AE2CC-2722-CE00-BD8E-86618D21F4F6}"/>
              </a:ext>
            </a:extLst>
          </p:cNvPr>
          <p:cNvSpPr txBox="1"/>
          <p:nvPr userDrawn="1"/>
        </p:nvSpPr>
        <p:spPr>
          <a:xfrm>
            <a:off x="9272337" y="7186"/>
            <a:ext cx="2919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err="1"/>
              <a:t>Readpoint</a:t>
            </a:r>
            <a:r>
              <a:rPr lang="fr-FR" b="1"/>
              <a:t>: </a:t>
            </a:r>
            <a:r>
              <a:rPr lang="fr-FR" b="1" err="1"/>
              <a:t>xxHrs</a:t>
            </a:r>
            <a:endParaRPr lang="fr-FR" b="1"/>
          </a:p>
        </p:txBody>
      </p:sp>
    </p:spTree>
    <p:extLst>
      <p:ext uri="{BB962C8B-B14F-4D97-AF65-F5344CB8AC3E}">
        <p14:creationId xmlns:p14="http://schemas.microsoft.com/office/powerpoint/2010/main" val="17661707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846" userDrawn="1">
          <p15:clr>
            <a:srgbClr val="FBAE40"/>
          </p15:clr>
        </p15:guide>
        <p15:guide id="3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|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6777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spcBef>
                <a:spcPts val="1000"/>
              </a:spcBef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spcBef>
                <a:spcPts val="10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spcBef>
                <a:spcPts val="10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spcBef>
                <a:spcPts val="10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819EC5A-EE8E-CF33-FC76-A674983428A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347EC1-840D-45F0-6A62-5A92FBB0A54C}"/>
              </a:ext>
            </a:extLst>
          </p:cNvPr>
          <p:cNvSpPr txBox="1"/>
          <p:nvPr userDrawn="1"/>
        </p:nvSpPr>
        <p:spPr>
          <a:xfrm>
            <a:off x="9272337" y="7186"/>
            <a:ext cx="2919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err="1"/>
              <a:t>Readpoint</a:t>
            </a:r>
            <a:r>
              <a:rPr lang="fr-FR" b="1"/>
              <a:t>: </a:t>
            </a:r>
            <a:r>
              <a:rPr lang="fr-FR" b="1" err="1"/>
              <a:t>xxHrs</a:t>
            </a:r>
            <a:endParaRPr lang="fr-FR" b="1"/>
          </a:p>
        </p:txBody>
      </p:sp>
    </p:spTree>
    <p:extLst>
      <p:ext uri="{BB962C8B-B14F-4D97-AF65-F5344CB8AC3E}">
        <p14:creationId xmlns:p14="http://schemas.microsoft.com/office/powerpoint/2010/main" val="96087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398033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First line 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45A7E98-6614-5EF7-6D97-B253311B9F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4D86BE-D2FE-FD27-565F-D3EA3E322845}"/>
              </a:ext>
            </a:extLst>
          </p:cNvPr>
          <p:cNvSpPr txBox="1"/>
          <p:nvPr userDrawn="1"/>
        </p:nvSpPr>
        <p:spPr>
          <a:xfrm>
            <a:off x="9272337" y="7186"/>
            <a:ext cx="2919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err="1"/>
              <a:t>Readpoint</a:t>
            </a:r>
            <a:r>
              <a:rPr lang="fr-FR" b="1"/>
              <a:t>: </a:t>
            </a:r>
            <a:r>
              <a:rPr lang="fr-FR" b="1" err="1"/>
              <a:t>xxHrs</a:t>
            </a:r>
            <a:endParaRPr lang="fr-FR" b="1"/>
          </a:p>
        </p:txBody>
      </p:sp>
    </p:spTree>
    <p:extLst>
      <p:ext uri="{BB962C8B-B14F-4D97-AF65-F5344CB8AC3E}">
        <p14:creationId xmlns:p14="http://schemas.microsoft.com/office/powerpoint/2010/main" val="279782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ubtitle |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398033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First line 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930DB6E4-CB38-30B6-2449-15C930A80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3" y="1347311"/>
            <a:ext cx="11433175" cy="4585174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spcBef>
                <a:spcPts val="1000"/>
              </a:spcBef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spcBef>
                <a:spcPts val="10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spcBef>
                <a:spcPts val="10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spcBef>
                <a:spcPts val="10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C1AE8ADE-B721-2E22-286C-97883A7A7A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BC8569-BB5C-2996-762D-68362C6D0633}"/>
              </a:ext>
            </a:extLst>
          </p:cNvPr>
          <p:cNvSpPr txBox="1"/>
          <p:nvPr userDrawn="1"/>
        </p:nvSpPr>
        <p:spPr>
          <a:xfrm>
            <a:off x="9272337" y="7186"/>
            <a:ext cx="2919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err="1"/>
              <a:t>Readpoint</a:t>
            </a:r>
            <a:r>
              <a:rPr lang="fr-FR" b="1"/>
              <a:t>: </a:t>
            </a:r>
            <a:r>
              <a:rPr lang="fr-FR" b="1" err="1"/>
              <a:t>xxHrs</a:t>
            </a:r>
            <a:endParaRPr lang="fr-FR" b="1"/>
          </a:p>
        </p:txBody>
      </p:sp>
    </p:spTree>
    <p:extLst>
      <p:ext uri="{BB962C8B-B14F-4D97-AF65-F5344CB8AC3E}">
        <p14:creationId xmlns:p14="http://schemas.microsoft.com/office/powerpoint/2010/main" val="1538716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36FA22-7724-8095-0281-7416B61BAB24}"/>
              </a:ext>
            </a:extLst>
          </p:cNvPr>
          <p:cNvSpPr txBox="1"/>
          <p:nvPr userDrawn="1"/>
        </p:nvSpPr>
        <p:spPr>
          <a:xfrm>
            <a:off x="9272337" y="7186"/>
            <a:ext cx="2919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err="1"/>
              <a:t>Readpoint</a:t>
            </a:r>
            <a:r>
              <a:rPr lang="fr-FR" b="1"/>
              <a:t>: </a:t>
            </a:r>
            <a:r>
              <a:rPr lang="fr-FR" b="1" err="1"/>
              <a:t>xxHrs</a:t>
            </a:r>
            <a:endParaRPr lang="fr-FR" b="1"/>
          </a:p>
        </p:txBody>
      </p:sp>
    </p:spTree>
    <p:extLst>
      <p:ext uri="{BB962C8B-B14F-4D97-AF65-F5344CB8AC3E}">
        <p14:creationId xmlns:p14="http://schemas.microsoft.com/office/powerpoint/2010/main" val="14125791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ainbow colored light beam&#10;&#10;Description automatically generated with medium confidence">
            <a:extLst>
              <a:ext uri="{FF2B5EF4-FFF2-40B4-BE49-F238E27FC236}">
                <a16:creationId xmlns:a16="http://schemas.microsoft.com/office/drawing/2014/main" id="{E168FC98-12DF-000E-B784-F1F1B6B80A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</p:spPr>
      </p:pic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88A0FE64-9AD2-D77C-B9D9-6126BA36B3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988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8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30A6B16-B078-60E1-8C79-032E55E2AA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36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Section divider header goes here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5781584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11090766-593A-41BD-150F-DF3EB3E376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AF2B029-0503-D969-EAF9-C0904EE5AD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72674" y="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72674" y="342900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39286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57003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Confidential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8F16CA7E-5F81-BD99-AB9C-3AF5C6AB723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7988" y="1605036"/>
            <a:ext cx="2754312" cy="2108578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2500">
                <a:solidFill>
                  <a:schemeClr val="tx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r>
              <a:rPr lang="en-US" sz="2500"/>
              <a:t>Slide title here over multiple lines if required</a:t>
            </a:r>
          </a:p>
        </p:txBody>
      </p:sp>
      <p:sp>
        <p:nvSpPr>
          <p:cNvPr id="44" name="Picture Placeholder 13">
            <a:extLst>
              <a:ext uri="{FF2B5EF4-FFF2-40B4-BE49-F238E27FC236}">
                <a16:creationId xmlns:a16="http://schemas.microsoft.com/office/drawing/2014/main" id="{91347789-91DD-8BAB-C965-15B9AD238023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6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71126BC0-ACDB-A63C-30FF-060BBADFC2A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82905" y="3428999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BB5538B8-D304-A6FE-E229-6BA4E24C2CC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288030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66E0F71D-367D-EF12-86F9-A9181132A97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76626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2905" y="1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9" name="Picture Placeholder 13">
            <a:extLst>
              <a:ext uri="{FF2B5EF4-FFF2-40B4-BE49-F238E27FC236}">
                <a16:creationId xmlns:a16="http://schemas.microsoft.com/office/drawing/2014/main" id="{81113856-26A5-94C8-0833-80FD9616F2D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288030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119439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57003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Confidential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8F16CA7E-5F81-BD99-AB9C-3AF5C6AB723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7988" y="1605036"/>
            <a:ext cx="2754312" cy="2108578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2500">
                <a:solidFill>
                  <a:schemeClr val="tx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r>
              <a:rPr lang="en-US" sz="2500"/>
              <a:t>Slide title here over multiple 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20856734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DA28DB-65F2-4DB0-0C58-B4F4081D094E}"/>
              </a:ext>
            </a:extLst>
          </p:cNvPr>
          <p:cNvSpPr/>
          <p:nvPr userDrawn="1"/>
        </p:nvSpPr>
        <p:spPr>
          <a:xfrm>
            <a:off x="0" y="0"/>
            <a:ext cx="5749636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88A0FE64-9AD2-D77C-B9D9-6126BA36B3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988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8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30A6B16-B078-60E1-8C79-032E55E2AA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36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Section divider header goes here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00</a:t>
            </a: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</p:spTree>
    <p:extLst>
      <p:ext uri="{BB962C8B-B14F-4D97-AF65-F5344CB8AC3E}">
        <p14:creationId xmlns:p14="http://schemas.microsoft.com/office/powerpoint/2010/main" val="2386710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03076D58-FC00-5EE0-5C7E-BDA17369F4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08914" y="1611832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4E251DE-F8A8-0B55-6962-7DF6C87F13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03988" y="5589451"/>
            <a:ext cx="5040860" cy="352675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800" b="0" i="0">
                <a:solidFill>
                  <a:schemeClr val="tx2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GB">
                <a:solidFill>
                  <a:srgbClr val="2D2D2D"/>
                </a:solidFill>
                <a:effectLst/>
                <a:latin typeface="Poppins" pitchFamily="2" charset="77"/>
              </a:rPr>
              <a:t>Notes section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68D833D0-D1EA-0453-7C67-5B1CE3BAD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9264E6B0-F9AE-B1F9-93AC-8A519A4A5E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D516C67-2149-579A-F47C-55BEB51847A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98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03076D58-FC00-5EE0-5C7E-BDA17369F4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4E251DE-F8A8-0B55-6962-7DF6C87F13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5589451"/>
            <a:ext cx="5040860" cy="352675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800" b="0" i="0">
                <a:solidFill>
                  <a:schemeClr val="tx2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GB">
                <a:solidFill>
                  <a:srgbClr val="2D2D2D"/>
                </a:solidFill>
                <a:effectLst/>
                <a:latin typeface="Poppins" pitchFamily="2" charset="77"/>
              </a:rPr>
              <a:t>Notes section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3237A92-0813-4C72-03F2-E999D7F7C3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A93FC714-6301-1455-CB53-C288494837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EF90636A-148D-D1E5-3FF5-12C46A7F7B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406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 userDrawn="1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-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D7682D-4DE4-4B99-3A29-AED2B60445F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F865E3DC-8E4D-AB63-6266-FFF57696DA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678" y="1621808"/>
            <a:ext cx="5045786" cy="144143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0D70F547-8B83-B174-3270-794B37206E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2BFD391-315F-7AC1-72E9-50EF2689B0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6218B57-AD97-875E-74F8-922F32AFF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8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 userDrawn="1">
          <p15:clr>
            <a:srgbClr val="FBAE40"/>
          </p15:clr>
        </p15:guide>
        <p15:guide id="6" orient="horz" pos="1593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4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AE905AA-AFA2-0B96-B385-D32652EF1B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27C975FB-FC57-4A92-0056-CF5868DBA7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60688"/>
            <a:ext cx="5040860" cy="22670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C7A11957-6BBA-C157-6879-AD11888323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00094" y="2960688"/>
            <a:ext cx="5040860" cy="22670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342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 Light" panose="000004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D952218D-93A7-0B20-45B9-5277563E2A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D4924678-329C-366B-4CA0-9F35F6C04F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60688"/>
            <a:ext cx="5040860" cy="22670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615A71-8B40-A7F0-F2C3-4D2278FAFCF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00094" y="2960688"/>
            <a:ext cx="5040860" cy="22670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38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 Light" panose="000004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856309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</a:t>
            </a:r>
            <a:br>
              <a:rPr lang="en-GB"/>
            </a:br>
            <a:r>
              <a:rPr lang="en-GB"/>
              <a:t>two lines if required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err="1"/>
              <a:t>Clickt</a:t>
            </a:r>
            <a:r>
              <a:rPr lang="en-US"/>
              <a:t> to insert chart</a:t>
            </a:r>
          </a:p>
        </p:txBody>
      </p:sp>
    </p:spTree>
    <p:extLst>
      <p:ext uri="{BB962C8B-B14F-4D97-AF65-F5344CB8AC3E}">
        <p14:creationId xmlns:p14="http://schemas.microsoft.com/office/powerpoint/2010/main" val="11850183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1BEE4-760E-ACDE-C810-291B26FBC1FD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 Light" panose="000004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856309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</a:t>
            </a:r>
            <a:br>
              <a:rPr lang="en-GB"/>
            </a:br>
            <a:r>
              <a:rPr lang="en-GB"/>
              <a:t>two lines if required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err="1"/>
              <a:t>Clickt</a:t>
            </a:r>
            <a:r>
              <a:rPr lang="en-US"/>
              <a:t> to insert chart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E7A7B9D-0596-435F-260E-F986AD70309C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 Light" panose="00000400000000000000" pitchFamily="2" charset="0"/>
                <a:cs typeface="Poppins Light" panose="00000400000000000000" pitchFamily="2" charset="0"/>
              </a:rPr>
              <a:t>Confidential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5F03E6F-5303-0DBD-3EBD-9F67494B3E0B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198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38267D-D61B-F75E-86C1-3337F26300D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2073" y="856309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</a:t>
            </a:r>
            <a:br>
              <a:rPr lang="en-GB"/>
            </a:br>
            <a:r>
              <a:rPr lang="en-GB"/>
              <a:t>two lines if required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7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table</a:t>
            </a:r>
          </a:p>
        </p:txBody>
      </p:sp>
    </p:spTree>
    <p:extLst>
      <p:ext uri="{BB962C8B-B14F-4D97-AF65-F5344CB8AC3E}">
        <p14:creationId xmlns:p14="http://schemas.microsoft.com/office/powerpoint/2010/main" val="40605584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542685-53FB-5B03-945A-645FDD1EFA29}"/>
              </a:ext>
            </a:extLst>
          </p:cNvPr>
          <p:cNvSpPr/>
          <p:nvPr userDrawn="1"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pic>
        <p:nvPicPr>
          <p:cNvPr id="7" name="Picture 6" descr="A rainbow colored lines on a black background&#10;&#10;Description automatically generated">
            <a:extLst>
              <a:ext uri="{FF2B5EF4-FFF2-40B4-BE49-F238E27FC236}">
                <a16:creationId xmlns:a16="http://schemas.microsoft.com/office/drawing/2014/main" id="{3A0527D4-59D4-D574-8647-A61BCE6955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591696F-04D1-9B06-1237-744CE5322B65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12B66B9-7611-B714-8794-C580ADF153EF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BB59CCC-1A5B-6EE8-1831-4D7D0F91EA95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A97240-CCE8-5488-76AC-CF0E9B0356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5363602-CA6F-7436-1E79-27606BD5F0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3025" y="2124261"/>
            <a:ext cx="5122863" cy="1592263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42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Get in touch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29C19733-2A4B-787A-C51D-CC5B2E6EB38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3025" y="4685635"/>
            <a:ext cx="5062912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email@nxp.com</a:t>
            </a:r>
          </a:p>
          <a:p>
            <a:pPr lvl="0"/>
            <a:r>
              <a:rPr lang="en-GB"/>
              <a:t>+00 000 000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BDAEBE6D-C8A3-20B5-CFE2-B659BC61B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2652" y="4184148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500">
                <a:solidFill>
                  <a:schemeClr val="tx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First name, last name</a:t>
            </a:r>
          </a:p>
        </p:txBody>
      </p:sp>
      <p:sp>
        <p:nvSpPr>
          <p:cNvPr id="12" name="Rectangle: Rounded Corners 11">
            <a:hlinkClick r:id="rId3" action="ppaction://hlinkfile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324655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3EF52CF9-C1D3-D1B1-90D9-1B4A5540CD39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1760190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ainbow colored lines on a black background&#10;&#10;Description automatically generated">
            <a:extLst>
              <a:ext uri="{FF2B5EF4-FFF2-40B4-BE49-F238E27FC236}">
                <a16:creationId xmlns:a16="http://schemas.microsoft.com/office/drawing/2014/main" id="{41EA1EAF-744E-C8A5-CB55-C790EBB013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0FACD63-E388-B5D1-F0B8-3433B5EC588C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6CDF47C-C325-BB7F-C4C7-3D26C8895BA9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A662EDF-F39B-15A1-566D-412FDA49117E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D7E18CE-E236-624D-A553-0F4E7177EEC5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A28994-49B2-3EF5-8221-52CF2386DC20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1343025" y="1616530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4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The presentation title goes here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F4F899F3-4A81-1BED-FC34-96E0CF1E0BA7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343025" y="5223518"/>
            <a:ext cx="506291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If required goes here | speaker title, date and/or additional information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07D2A9-EA64-7655-994E-7F1A46D1A87B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342652" y="4695137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800"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Sub Heading or Speaker Name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1F12CB4-23BC-65BB-21C5-8EB7AC7F287C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2729182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ainbow colored lines on a black background&#10;&#10;Description automatically generated">
            <a:extLst>
              <a:ext uri="{FF2B5EF4-FFF2-40B4-BE49-F238E27FC236}">
                <a16:creationId xmlns:a16="http://schemas.microsoft.com/office/drawing/2014/main" id="{BF5021AB-880E-1011-61C4-EA7FBA2694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591696F-04D1-9B06-1237-744CE5322B65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12B66B9-7611-B714-8794-C580ADF153EF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BB59CCC-1A5B-6EE8-1831-4D7D0F91EA95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A97240-CCE8-5488-76AC-CF0E9B0356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5363602-CA6F-7436-1E79-27606BD5F0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3025" y="2124261"/>
            <a:ext cx="5122863" cy="1592263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42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Get in touch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29C19733-2A4B-787A-C51D-CC5B2E6EB38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3024" y="4685635"/>
            <a:ext cx="5122863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email@nxp.com</a:t>
            </a:r>
          </a:p>
          <a:p>
            <a:pPr lvl="0"/>
            <a:r>
              <a:rPr lang="en-GB"/>
              <a:t>+00 000 000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BDAEBE6D-C8A3-20B5-CFE2-B659BC61B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2651" y="4184148"/>
            <a:ext cx="5122863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500">
                <a:solidFill>
                  <a:schemeClr val="tx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First name, last name</a:t>
            </a:r>
          </a:p>
        </p:txBody>
      </p:sp>
      <p:sp>
        <p:nvSpPr>
          <p:cNvPr id="12" name="Rectangle: Rounded Corners 11">
            <a:hlinkClick r:id="rId3" action="ppaction://hlinkfile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324655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4BD66F51-07B2-8F1A-36BF-9A36550A0381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1408066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3474335-E24D-611F-21EE-2039A65E7F9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pic>
        <p:nvPicPr>
          <p:cNvPr id="7" name="Picture 6" descr="A rainbow colored light on a black background&#10;&#10;Description automatically generated">
            <a:extLst>
              <a:ext uri="{FF2B5EF4-FFF2-40B4-BE49-F238E27FC236}">
                <a16:creationId xmlns:a16="http://schemas.microsoft.com/office/drawing/2014/main" id="{8EA536F7-54BC-E9F2-92A5-FC665C7AE9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143"/>
          </a:xfrm>
          <a:prstGeom prst="rect">
            <a:avLst/>
          </a:prstGeom>
          <a:solidFill>
            <a:srgbClr val="FBFBFB"/>
          </a:solidFill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591696F-04D1-9B06-1237-744CE5322B65}"/>
              </a:ext>
            </a:extLst>
          </p:cNvPr>
          <p:cNvGrpSpPr/>
          <p:nvPr userDrawn="1"/>
        </p:nvGrpSpPr>
        <p:grpSpPr>
          <a:xfrm>
            <a:off x="1329004" y="2629430"/>
            <a:ext cx="2894619" cy="979228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12B66B9-7611-B714-8794-C580ADF153EF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BB59CCC-1A5B-6EE8-1831-4D7D0F91EA95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A97240-CCE8-5488-76AC-CF0E9B0356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12" name="Rectangle: Rounded Corners 11">
            <a:hlinkClick r:id="rId3" action="ppaction://hlinkfile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CC26F959-7025-876F-2A7E-2AB97F839FF3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19611243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ainbow colored lines on a black background&#10;&#10;Description automatically generated">
            <a:extLst>
              <a:ext uri="{FF2B5EF4-FFF2-40B4-BE49-F238E27FC236}">
                <a16:creationId xmlns:a16="http://schemas.microsoft.com/office/drawing/2014/main" id="{EA7E6C8F-ABCB-4848-7479-54059AF2EE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A28994-49B2-3EF5-8221-52CF2386DC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3025" y="1616530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42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The presentation title goes here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9D2CE05-2B7A-2A6D-CE31-035F6719001C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D7EB5D1C-5DF3-9F74-142B-CC145DF147D2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24015667-7FE4-FAD5-026A-51080F473829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6D80192-47F3-8FEE-E9A6-B274C3FEF359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67DAD67-3C7B-47C0-1940-31896767934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43025" y="5223518"/>
            <a:ext cx="506291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If required goes here | speaker title, date and/or additional information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77AB2784-0F00-079E-EE86-B07335C9910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2652" y="4695137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800">
                <a:solidFill>
                  <a:schemeClr val="bg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Sub Heading or Speaker Name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B64C0A3-948A-FF84-5992-A9E0B7FF2298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bg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1140746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ainbow colored lines on a black background&#10;&#10;Description automatically generated">
            <a:extLst>
              <a:ext uri="{FF2B5EF4-FFF2-40B4-BE49-F238E27FC236}">
                <a16:creationId xmlns:a16="http://schemas.microsoft.com/office/drawing/2014/main" id="{C6731B7B-DC34-C2F2-3D71-95330299B5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A28994-49B2-3EF5-8221-52CF2386DC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3025" y="2124261"/>
            <a:ext cx="5122863" cy="1592263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42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Get in touch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9ACEE3A-76A6-9ACE-AE54-45F243D477A4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2E3A6FE1-7250-DE78-79CE-8BFF04C02E75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FE300F4-55E5-30BC-05DB-148FD0E1147A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400781A-292C-56B2-94E2-776F7981F9DB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87AD5A3-AF5F-EEF4-422F-9DCA009EF66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3024" y="4685635"/>
            <a:ext cx="5122863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email@nxp.com</a:t>
            </a:r>
          </a:p>
          <a:p>
            <a:pPr lvl="0"/>
            <a:r>
              <a:rPr lang="en-GB"/>
              <a:t>+00 000 000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599173-A158-0263-B8E8-C1C587C0DF4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2651" y="4184148"/>
            <a:ext cx="5122863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500">
                <a:solidFill>
                  <a:schemeClr val="bg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First name, last name</a:t>
            </a:r>
          </a:p>
        </p:txBody>
      </p:sp>
      <p:sp>
        <p:nvSpPr>
          <p:cNvPr id="12" name="Rectangle: Rounded Corners 11">
            <a:hlinkClick r:id="rId3" action="ppaction://hlinkfile"/>
            <a:extLst>
              <a:ext uri="{FF2B5EF4-FFF2-40B4-BE49-F238E27FC236}">
                <a16:creationId xmlns:a16="http://schemas.microsoft.com/office/drawing/2014/main" id="{0E20C2A2-7AA6-B5F7-298D-A81D64A664DD}"/>
              </a:ext>
            </a:extLst>
          </p:cNvPr>
          <p:cNvSpPr/>
          <p:nvPr userDrawn="1"/>
        </p:nvSpPr>
        <p:spPr>
          <a:xfrm>
            <a:off x="1342652" y="5324655"/>
            <a:ext cx="1509927" cy="305544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bg1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73D22DCE-3F31-9943-1552-40C7DAF93354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bg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2870525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ainbow colored light on a black background&#10;&#10;Description automatically generated">
            <a:extLst>
              <a:ext uri="{FF2B5EF4-FFF2-40B4-BE49-F238E27FC236}">
                <a16:creationId xmlns:a16="http://schemas.microsoft.com/office/drawing/2014/main" id="{6138C2CF-91D2-0748-6C3B-84C1290BA7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14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591696F-04D1-9B06-1237-744CE5322B65}"/>
              </a:ext>
            </a:extLst>
          </p:cNvPr>
          <p:cNvGrpSpPr/>
          <p:nvPr userDrawn="1"/>
        </p:nvGrpSpPr>
        <p:grpSpPr>
          <a:xfrm>
            <a:off x="1329004" y="2629430"/>
            <a:ext cx="2894619" cy="979228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12B66B9-7611-B714-8794-C580ADF153EF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BB59CCC-1A5B-6EE8-1831-4D7D0F91EA95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A97240-CCE8-5488-76AC-CF0E9B0356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12" name="Rectangle: Rounded Corners 11">
            <a:hlinkClick r:id="rId3" action="ppaction://hlinkfile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tx2">
                    <a:lumMod val="10000"/>
                    <a:lumOff val="90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69CDB5-FBC0-C3CF-FE94-A48F7D29D6EE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bg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3396788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845E1536-4825-AEB7-A904-72EDEBD2988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AEBEA52-E809-FEA6-D819-A6A06CA3AC9F}"/>
                </a:ext>
              </a:extLst>
            </p:cNvPr>
            <p:cNvSpPr/>
            <p:nvPr userDrawn="1"/>
          </p:nvSpPr>
          <p:spPr>
            <a:xfrm>
              <a:off x="0" y="6292680"/>
              <a:ext cx="12192000" cy="5653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pic>
          <p:nvPicPr>
            <p:cNvPr id="12" name="Picture 11" descr="A rainbow colored lines on a black background&#10;&#10;Description automatically generated">
              <a:extLst>
                <a:ext uri="{FF2B5EF4-FFF2-40B4-BE49-F238E27FC236}">
                  <a16:creationId xmlns:a16="http://schemas.microsoft.com/office/drawing/2014/main" id="{BC7CAFE0-C7F5-E77C-6A68-F66EAB79CE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</p:grp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A28994-49B2-3EF5-8221-52CF2386DC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3025" y="1616530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42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The presentation title goes here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942034C-F15A-2A02-4A39-51042F269BB9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689373AE-750D-A1B6-2308-E1BEB45A96F3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4E791BF-50AB-C21C-6A9D-368A0A10B5E6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488A0E6-AD6F-AFED-51CC-E9050A1A1611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E1D72B1D-4E97-AC4B-B491-9D9730A908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43025" y="5223518"/>
            <a:ext cx="512286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If required goes here | speaker title, date and/or additional information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1ECE29-AFFF-CA23-3A8F-BF94680BE0E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2652" y="4695137"/>
            <a:ext cx="512286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800">
                <a:solidFill>
                  <a:schemeClr val="bg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Sub Heading or Speaker Name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E45FD10-2D60-62C6-AFDD-078D30D67B48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bg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41970107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rainbow colored light beam&#10;&#10;Description automatically generated with medium confidence">
            <a:extLst>
              <a:ext uri="{FF2B5EF4-FFF2-40B4-BE49-F238E27FC236}">
                <a16:creationId xmlns:a16="http://schemas.microsoft.com/office/drawing/2014/main" id="{A320503B-38E3-1598-72E7-3BDF3D1261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88A0FE64-9AD2-D77C-B9D9-6126BA36B3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988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80"/>
              </a:lnSpc>
              <a:spcBef>
                <a:spcPts val="0"/>
              </a:spcBef>
              <a:buNone/>
              <a:defRPr sz="1800" b="0" i="0">
                <a:solidFill>
                  <a:schemeClr val="bg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30A6B16-B078-60E1-8C79-032E55E2AA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36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Section divider header goes here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772635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11090766-593A-41BD-150F-DF3EB3E376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AF2B029-0503-D969-EAF9-C0904EE5AD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72674" y="0"/>
            <a:ext cx="3219326" cy="3429000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72674" y="3429000"/>
            <a:ext cx="3219326" cy="3429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96825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57003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2">
                    <a:lumMod val="25000"/>
                    <a:lumOff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2">
                    <a:lumMod val="25000"/>
                    <a:lumOff val="7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Confidential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2">
                    <a:lumMod val="25000"/>
                    <a:lumOff val="7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2">
                  <a:lumMod val="25000"/>
                  <a:lumOff val="75000"/>
                </a:schemeClr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8F16CA7E-5F81-BD99-AB9C-3AF5C6AB723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7988" y="1605036"/>
            <a:ext cx="2754312" cy="2108578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2500">
                <a:solidFill>
                  <a:schemeClr val="bg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r>
              <a:rPr lang="en-US" sz="2500"/>
              <a:t>Slide title here over multiple 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306203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6777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Title of slide goes here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3E25BE59-2594-CE1B-CFEF-5FC371F6EE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8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|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6777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spcBef>
                <a:spcPts val="1000"/>
              </a:spcBef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spcBef>
                <a:spcPts val="10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spcBef>
                <a:spcPts val="1000"/>
              </a:spcBef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spcBef>
                <a:spcPts val="10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FC8685C-122D-9C61-B166-BBFC516B95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27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398033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First line 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BDC8E2C-0856-5B5D-DA49-5624743BF0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8211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ubtitle |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398033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First line 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930DB6E4-CB38-30B6-2449-15C930A80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3" y="1347311"/>
            <a:ext cx="11433175" cy="4585174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spcBef>
                <a:spcPts val="1000"/>
              </a:spcBef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spcBef>
                <a:spcPts val="10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spcBef>
                <a:spcPts val="1000"/>
              </a:spcBef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spcBef>
                <a:spcPts val="10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E66CECB-3551-AC5B-5E7E-8893C358EC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2292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8993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88A0FE64-9AD2-D77C-B9D9-6126BA36B3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988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80"/>
              </a:lnSpc>
              <a:spcBef>
                <a:spcPts val="0"/>
              </a:spcBef>
              <a:buNone/>
              <a:defRPr sz="1800" b="0" i="0">
                <a:solidFill>
                  <a:schemeClr val="bg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30A6B16-B078-60E1-8C79-032E55E2AA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36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Section divider header goes here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00</a:t>
            </a: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</p:spTree>
    <p:extLst>
      <p:ext uri="{BB962C8B-B14F-4D97-AF65-F5344CB8AC3E}">
        <p14:creationId xmlns:p14="http://schemas.microsoft.com/office/powerpoint/2010/main" val="2524780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03076D58-FC00-5EE0-5C7E-BDA17369F4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08914" y="1611832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828A29AB-9972-396B-7C7B-B54A21446F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4F9FB758-CAF4-BD7B-29CA-4FC02D7587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7AB1B528-60D3-6969-2DD5-61CD1BA0966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503987" y="3522192"/>
            <a:ext cx="5040859" cy="206725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</p:txBody>
      </p:sp>
      <p:sp>
        <p:nvSpPr>
          <p:cNvPr id="14" name="Content Placeholder 6">
            <a:extLst>
              <a:ext uri="{FF2B5EF4-FFF2-40B4-BE49-F238E27FC236}">
                <a16:creationId xmlns:a16="http://schemas.microsoft.com/office/drawing/2014/main" id="{0AB589F0-C136-13D8-BB75-AB2258AD5A4E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503987" y="5589451"/>
            <a:ext cx="5040859" cy="352675"/>
          </a:xfrm>
          <a:prstGeom prst="rect">
            <a:avLst/>
          </a:prstGeom>
        </p:spPr>
        <p:txBody>
          <a:bodyPr lIns="0" tIns="91440" rIns="0" bIns="0"/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Notes section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0FCC19-51EC-54AD-B2C9-994C0345E0A7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Confidential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8D29D4C1-2455-7FB5-9FA6-4C635E3A8654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15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03076D58-FC00-5EE0-5C7E-BDA17369F4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377D54B-1DE8-082A-D3FA-CE98BD6436C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2A60673-1797-B8DD-B887-8E698B0DBA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2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E38B33AA-B3CB-2219-3C22-551C7F1779F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03150" y="3432254"/>
            <a:ext cx="5040859" cy="203426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2F84F0-CEC7-5A41-1226-17EE7DAE2F71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03150" y="5589451"/>
            <a:ext cx="5040859" cy="352675"/>
          </a:xfrm>
          <a:prstGeom prst="rect">
            <a:avLst/>
          </a:prstGeom>
        </p:spPr>
        <p:txBody>
          <a:bodyPr lIns="0" tIns="91440" rIns="0" bIns="0"/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Notes section</a:t>
            </a:r>
          </a:p>
        </p:txBody>
      </p:sp>
    </p:spTree>
    <p:extLst>
      <p:ext uri="{BB962C8B-B14F-4D97-AF65-F5344CB8AC3E}">
        <p14:creationId xmlns:p14="http://schemas.microsoft.com/office/powerpoint/2010/main" val="4051731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-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5B837067-5B0C-A6D2-9E9F-2BA89098D2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DEC58F4D-0BA4-15E5-6A1B-E7A8F5C4D46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660FD00-CA2F-2B9C-3915-7292B9A854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2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DF8944DE-415F-0A9B-72C9-745BE4F2B18D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03150" y="3432254"/>
            <a:ext cx="5040859" cy="203426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FDFC7F10-8D1A-9A93-A714-C615426D0B9B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03150" y="5589451"/>
            <a:ext cx="5040859" cy="352675"/>
          </a:xfrm>
          <a:prstGeom prst="rect">
            <a:avLst/>
          </a:prstGeom>
        </p:spPr>
        <p:txBody>
          <a:bodyPr lIns="0" tIns="91440" rIns="0" bIns="0"/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Notes section</a:t>
            </a:r>
          </a:p>
        </p:txBody>
      </p:sp>
    </p:spTree>
    <p:extLst>
      <p:ext uri="{BB962C8B-B14F-4D97-AF65-F5344CB8AC3E}">
        <p14:creationId xmlns:p14="http://schemas.microsoft.com/office/powerpoint/2010/main" val="3405484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D957A279-2B0A-A9CC-B2AB-4D0B93838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991CBB33-888A-414E-DD58-8C02F96AE6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2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4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83FE51B4-B435-6434-1A6B-999F1B735636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03150" y="5589451"/>
            <a:ext cx="5040859" cy="352675"/>
          </a:xfrm>
          <a:prstGeom prst="rect">
            <a:avLst/>
          </a:prstGeom>
        </p:spPr>
        <p:txBody>
          <a:bodyPr lIns="0" tIns="91440" rIns="0" bIns="0"/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Notes section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53EC993-E3C6-F587-A804-BB9A5C0E0A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03150" y="2960688"/>
            <a:ext cx="5040859" cy="203426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2CD2EF45-E699-F4DC-F9B5-AC362ABA5E94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600094" y="2960688"/>
            <a:ext cx="5040859" cy="203426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44373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 Light" panose="000004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F8C46FE9-7C01-1D29-415A-A23A5000B7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5C09813-AA98-8C0B-EF4A-E43CEE1C1D0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2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0980B70C-F306-0DA6-31E1-F392D130E5A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03150" y="2960688"/>
            <a:ext cx="5040859" cy="203426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299B0FFA-7D1E-9199-4524-FDAE4D18B42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600094" y="2960688"/>
            <a:ext cx="5040859" cy="203426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7DA608DC-7E3E-2418-EC6A-07EA12C8313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03150" y="5589451"/>
            <a:ext cx="5040859" cy="352675"/>
          </a:xfrm>
          <a:prstGeom prst="rect">
            <a:avLst/>
          </a:prstGeom>
        </p:spPr>
        <p:txBody>
          <a:bodyPr lIns="0" tIns="91440" rIns="0" bIns="0"/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Notes section</a:t>
            </a:r>
          </a:p>
        </p:txBody>
      </p:sp>
    </p:spTree>
    <p:extLst>
      <p:ext uri="{BB962C8B-B14F-4D97-AF65-F5344CB8AC3E}">
        <p14:creationId xmlns:p14="http://schemas.microsoft.com/office/powerpoint/2010/main" val="3112712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856309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</a:t>
            </a:r>
            <a:br>
              <a:rPr lang="en-GB"/>
            </a:br>
            <a:r>
              <a:rPr lang="en-GB"/>
              <a:t>two lines if required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err="1"/>
              <a:t>Clickt</a:t>
            </a:r>
            <a:r>
              <a:rPr lang="en-US"/>
              <a:t> to insert chart</a:t>
            </a:r>
          </a:p>
        </p:txBody>
      </p:sp>
    </p:spTree>
    <p:extLst>
      <p:ext uri="{BB962C8B-B14F-4D97-AF65-F5344CB8AC3E}">
        <p14:creationId xmlns:p14="http://schemas.microsoft.com/office/powerpoint/2010/main" val="1586151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2073" y="856309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</a:t>
            </a:r>
            <a:br>
              <a:rPr lang="en-GB"/>
            </a:br>
            <a:r>
              <a:rPr lang="en-GB"/>
              <a:t>two lines if required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29F01-12EB-11E7-CB79-22971CD455C3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Confidential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7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table</a:t>
            </a:r>
          </a:p>
        </p:txBody>
      </p:sp>
    </p:spTree>
    <p:extLst>
      <p:ext uri="{BB962C8B-B14F-4D97-AF65-F5344CB8AC3E}">
        <p14:creationId xmlns:p14="http://schemas.microsoft.com/office/powerpoint/2010/main" val="2509483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0479EAA-17F6-21B8-BC04-AB5EEA1CE48B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6D1F28-BB2C-E77C-CAE8-FD41B922CAD6}"/>
                </a:ext>
              </a:extLst>
            </p:cNvPr>
            <p:cNvSpPr/>
            <p:nvPr userDrawn="1"/>
          </p:nvSpPr>
          <p:spPr>
            <a:xfrm>
              <a:off x="0" y="6292680"/>
              <a:ext cx="12192000" cy="56532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pic>
          <p:nvPicPr>
            <p:cNvPr id="15" name="Picture 14" descr="A rainbow colored lines on a black background&#10;&#10;Description automatically generated">
              <a:extLst>
                <a:ext uri="{FF2B5EF4-FFF2-40B4-BE49-F238E27FC236}">
                  <a16:creationId xmlns:a16="http://schemas.microsoft.com/office/drawing/2014/main" id="{A3198ED0-CC28-4B60-259F-594D0C1E00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</p:grp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A28994-49B2-3EF5-8221-52CF2386DC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3025" y="2124261"/>
            <a:ext cx="5122863" cy="1592263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4200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Get in touch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9ACEE3A-76A6-9ACE-AE54-45F243D477A4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2E3A6FE1-7250-DE78-79CE-8BFF04C02E75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FE300F4-55E5-30BC-05DB-148FD0E1147A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400781A-292C-56B2-94E2-776F7981F9DB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87AD5A3-AF5F-EEF4-422F-9DCA009EF66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3024" y="4685635"/>
            <a:ext cx="5122863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email@nxp.com</a:t>
            </a:r>
          </a:p>
          <a:p>
            <a:pPr lvl="0"/>
            <a:r>
              <a:rPr lang="en-GB"/>
              <a:t>+00 000 000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599173-A158-0263-B8E8-C1C587C0DF4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2651" y="4184148"/>
            <a:ext cx="5122863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500">
                <a:solidFill>
                  <a:schemeClr val="bg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First name, last name</a:t>
            </a:r>
          </a:p>
        </p:txBody>
      </p:sp>
      <p:sp>
        <p:nvSpPr>
          <p:cNvPr id="12" name="Rectangle: Rounded Corners 11">
            <a:hlinkClick r:id="rId3" action="ppaction://hlinkfile"/>
            <a:extLst>
              <a:ext uri="{FF2B5EF4-FFF2-40B4-BE49-F238E27FC236}">
                <a16:creationId xmlns:a16="http://schemas.microsoft.com/office/drawing/2014/main" id="{0E20C2A2-7AA6-B5F7-298D-A81D64A664DD}"/>
              </a:ext>
            </a:extLst>
          </p:cNvPr>
          <p:cNvSpPr/>
          <p:nvPr userDrawn="1"/>
        </p:nvSpPr>
        <p:spPr>
          <a:xfrm>
            <a:off x="1342652" y="5324655"/>
            <a:ext cx="1509927" cy="305544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bg1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556200A9-2499-772F-4166-CEC81EBFF8CA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bg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Confidential  |  </a:t>
            </a: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bg1">
                    <a:lumMod val="6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1717386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324D27-FA25-A843-7A6A-F4333DACFF5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0BD806-5824-DF2E-D85C-C77098172B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pic>
        <p:nvPicPr>
          <p:cNvPr id="15" name="Picture 14" descr="A rainbow colored lines on a black background&#10;&#10;Description automatically generated">
            <a:extLst>
              <a:ext uri="{FF2B5EF4-FFF2-40B4-BE49-F238E27FC236}">
                <a16:creationId xmlns:a16="http://schemas.microsoft.com/office/drawing/2014/main" id="{FC1E2EB0-39BB-329D-C174-57962ACE4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A28994-49B2-3EF5-8221-52CF2386DC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3025" y="1616530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600"/>
              </a:spcBef>
              <a:buNone/>
              <a:defRPr sz="4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The presentation title goes here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AB93D4E-5ABB-926A-96C4-704DAF949EAD}"/>
              </a:ext>
            </a:extLst>
          </p:cNvPr>
          <p:cNvGrpSpPr/>
          <p:nvPr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D517C21-C4A9-C71C-B814-3FF90FCC0F76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396D3BA7-FE9E-4992-BA10-9DA227D3D64F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54A5B0D-838A-84DA-2755-40819DFA968D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 Light" panose="00000400000000000000" pitchFamily="2" charset="0"/>
              </a:endParaRPr>
            </a:p>
          </p:txBody>
        </p:sp>
      </p:grp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9F5C6D4-75BA-5850-B004-417EC98AE4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43025" y="5223518"/>
            <a:ext cx="506291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If required goes here | speaker title, date and/or additional information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565C116-A164-FBC7-A913-45863BEBC2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42652" y="4695137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1800"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Sub Heading or Speaker Name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8E66E146-0522-8568-D667-CA6893BD6C6B}"/>
              </a:ext>
            </a:extLst>
          </p:cNvPr>
          <p:cNvSpPr txBox="1">
            <a:spLocks/>
          </p:cNvSpPr>
          <p:nvPr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Internal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NXP,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or service names are the property of their respective owners. © 2024 NXP B.V.</a:t>
            </a:r>
          </a:p>
        </p:txBody>
      </p:sp>
    </p:spTree>
    <p:extLst>
      <p:ext uri="{BB962C8B-B14F-4D97-AF65-F5344CB8AC3E}">
        <p14:creationId xmlns:p14="http://schemas.microsoft.com/office/powerpoint/2010/main" val="1004871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6777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Title of slide goes here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C8C5959-5865-DB24-5DF2-A323BD521A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11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|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6777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spcBef>
                <a:spcPts val="1000"/>
              </a:spcBef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spcBef>
                <a:spcPts val="10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spcBef>
                <a:spcPts val="10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spcBef>
                <a:spcPts val="10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819EC5A-EE8E-CF33-FC76-A674983428A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8823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|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398033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First line 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45A7E98-6614-5EF7-6D97-B253311B9F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75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| Subtitle |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376518"/>
            <a:ext cx="11432485" cy="398033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First line 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930DB6E4-CB38-30B6-2449-15C930A80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3" y="1347311"/>
            <a:ext cx="11433175" cy="4585174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spcBef>
                <a:spcPts val="1000"/>
              </a:spcBef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spcBef>
                <a:spcPts val="10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spcBef>
                <a:spcPts val="10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spcBef>
                <a:spcPts val="10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C1AE8ADE-B721-2E22-286C-97883A7A7A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06358" y="6222906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058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7319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 -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ainbow colored light beam&#10;&#10;Description automatically generated with medium confidence">
            <a:extLst>
              <a:ext uri="{FF2B5EF4-FFF2-40B4-BE49-F238E27FC236}">
                <a16:creationId xmlns:a16="http://schemas.microsoft.com/office/drawing/2014/main" id="{E168FC98-12DF-000E-B784-F1F1B6B8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</p:spPr>
      </p:pic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88A0FE64-9AD2-D77C-B9D9-6126BA36B3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988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8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30A6B16-B078-60E1-8C79-032E55E2AA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36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Section divider header goes here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4198061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11090766-593A-41BD-150F-DF3EB3E376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AF2B029-0503-D969-EAF9-C0904EE5AD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72674" y="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72674" y="342900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35374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57003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Internal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8F16CA7E-5F81-BD99-AB9C-3AF5C6AB723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7988" y="1605036"/>
            <a:ext cx="2754312" cy="2108578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2500">
                <a:solidFill>
                  <a:schemeClr val="tx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r>
              <a:rPr lang="en-US" sz="2500"/>
              <a:t>Slide title here over multiple lines if required</a:t>
            </a:r>
          </a:p>
        </p:txBody>
      </p:sp>
      <p:sp>
        <p:nvSpPr>
          <p:cNvPr id="44" name="Picture Placeholder 13">
            <a:extLst>
              <a:ext uri="{FF2B5EF4-FFF2-40B4-BE49-F238E27FC236}">
                <a16:creationId xmlns:a16="http://schemas.microsoft.com/office/drawing/2014/main" id="{91347789-91DD-8BAB-C965-15B9AD238023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6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71126BC0-ACDB-A63C-30FF-060BBADFC2A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82905" y="3428999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BB5538B8-D304-A6FE-E229-6BA4E24C2CC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288030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66E0F71D-367D-EF12-86F9-A9181132A97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76626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2905" y="1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9" name="Picture Placeholder 13">
            <a:extLst>
              <a:ext uri="{FF2B5EF4-FFF2-40B4-BE49-F238E27FC236}">
                <a16:creationId xmlns:a16="http://schemas.microsoft.com/office/drawing/2014/main" id="{81113856-26A5-94C8-0833-80FD9616F2D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288030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2745092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57003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5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Internal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8F16CA7E-5F81-BD99-AB9C-3AF5C6AB723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7988" y="1605036"/>
            <a:ext cx="2754312" cy="2108578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2500">
                <a:solidFill>
                  <a:schemeClr val="tx1"/>
                </a:solidFill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r>
              <a:rPr lang="en-US" sz="2500"/>
              <a:t>Slide title here over multiple 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367580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DA28DB-65F2-4DB0-0C58-B4F4081D094E}"/>
              </a:ext>
            </a:extLst>
          </p:cNvPr>
          <p:cNvSpPr/>
          <p:nvPr/>
        </p:nvSpPr>
        <p:spPr>
          <a:xfrm>
            <a:off x="0" y="0"/>
            <a:ext cx="5749636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88A0FE64-9AD2-D77C-B9D9-6126BA36B3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7988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8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 Light" pitchFamily="2" charset="77"/>
                <a:cs typeface="Poppins Light" pitchFamily="2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30A6B16-B078-60E1-8C79-032E55E2AA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36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Section divider header goes here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00</a:t>
            </a: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</p:spTree>
    <p:extLst>
      <p:ext uri="{BB962C8B-B14F-4D97-AF65-F5344CB8AC3E}">
        <p14:creationId xmlns:p14="http://schemas.microsoft.com/office/powerpoint/2010/main" val="4246971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03076D58-FC00-5EE0-5C7E-BDA17369F4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08914" y="1611832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4E251DE-F8A8-0B55-6962-7DF6C87F13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03988" y="5589451"/>
            <a:ext cx="5040860" cy="352675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800" b="0" i="0">
                <a:solidFill>
                  <a:schemeClr val="tx2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GB">
                <a:solidFill>
                  <a:srgbClr val="2D2D2D"/>
                </a:solidFill>
                <a:effectLst/>
                <a:latin typeface="Poppins" pitchFamily="2" charset="77"/>
              </a:rPr>
              <a:t>Notes section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68D833D0-D1EA-0453-7C67-5B1CE3BAD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9264E6B0-F9AE-B1F9-93AC-8A519A4A5E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D516C67-2149-579A-F47C-55BEB51847A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4970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03076D58-FC00-5EE0-5C7E-BDA17369F4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4E251DE-F8A8-0B55-6962-7DF6C87F13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5589451"/>
            <a:ext cx="5040860" cy="352675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800" b="0" i="0">
                <a:solidFill>
                  <a:schemeClr val="tx2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GB">
                <a:solidFill>
                  <a:srgbClr val="2D2D2D"/>
                </a:solidFill>
                <a:effectLst/>
                <a:latin typeface="Poppins" pitchFamily="2" charset="77"/>
              </a:rPr>
              <a:t>Notes section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3237A92-0813-4C72-03F2-E999D7F7C3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A93FC714-6301-1455-CB53-C288494837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EF90636A-148D-D1E5-3FF5-12C46A7F7B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672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Image -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D7682D-4DE4-4B99-3A29-AED2B60445F6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F865E3DC-8E4D-AB63-6266-FFF57696DA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678" y="1621808"/>
            <a:ext cx="5045786" cy="144143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goes </a:t>
            </a:r>
            <a:br>
              <a:rPr lang="en-GB"/>
            </a:br>
            <a:r>
              <a:rPr lang="en-GB"/>
              <a:t>here over three lines </a:t>
            </a:r>
            <a:br>
              <a:rPr lang="en-GB"/>
            </a:br>
            <a:r>
              <a:rPr lang="en-GB"/>
              <a:t>if required</a:t>
            </a:r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r>
              <a:rPr lang="en-GB"/>
              <a:t>Insert image over here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0D70F547-8B83-B174-3270-794B37206E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2BFD391-315F-7AC1-72E9-50EF2689B0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6218B57-AD97-875E-74F8-922F32AFF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480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4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AE905AA-AFA2-0B96-B385-D32652EF1B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27C975FB-FC57-4A92-0056-CF5868DBA7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60688"/>
            <a:ext cx="5040860" cy="22670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C7A11957-6BBA-C157-6879-AD11888323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00094" y="2960688"/>
            <a:ext cx="5040860" cy="22670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64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 Light" panose="000004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1682706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two lines if required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D952218D-93A7-0B20-45B9-5277563E2A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D4924678-329C-366B-4CA0-9F35F6C04F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60688"/>
            <a:ext cx="5040860" cy="22670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615A71-8B40-A7F0-F2C3-4D2278FAFCF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00094" y="2960688"/>
            <a:ext cx="5040860" cy="22670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r>
              <a:rPr lang="en-US"/>
              <a:t> </a:t>
            </a:r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537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 Light" panose="000004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856309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</a:t>
            </a:r>
            <a:br>
              <a:rPr lang="en-GB"/>
            </a:br>
            <a:r>
              <a:rPr lang="en-GB"/>
              <a:t>two lines if required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err="1"/>
              <a:t>Clickt</a:t>
            </a:r>
            <a:r>
              <a:rPr lang="en-US"/>
              <a:t> to insert chart</a:t>
            </a:r>
          </a:p>
        </p:txBody>
      </p:sp>
    </p:spTree>
    <p:extLst>
      <p:ext uri="{BB962C8B-B14F-4D97-AF65-F5344CB8AC3E}">
        <p14:creationId xmlns:p14="http://schemas.microsoft.com/office/powerpoint/2010/main" val="668038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1BEE4-760E-ACDE-C810-291B26FBC1FD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 Light" panose="00000400000000000000" pitchFamily="2" charset="0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6073" y="856309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</a:t>
            </a:r>
            <a:br>
              <a:rPr lang="en-GB"/>
            </a:br>
            <a:r>
              <a:rPr lang="en-GB"/>
              <a:t>two lines if required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err="1"/>
              <a:t>Clickt</a:t>
            </a:r>
            <a:r>
              <a:rPr lang="en-US"/>
              <a:t> to insert chart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E7A7B9D-0596-435F-260E-F986AD70309C}"/>
              </a:ext>
            </a:extLst>
          </p:cNvPr>
          <p:cNvSpPr txBox="1">
            <a:spLocks/>
          </p:cNvSpPr>
          <p:nvPr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 Light" panose="00000400000000000000" pitchFamily="2" charset="0"/>
                <a:cs typeface="Poppins Light" panose="00000400000000000000" pitchFamily="2" charset="0"/>
              </a:rPr>
              <a:t>Internal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5F03E6F-5303-0DBD-3EBD-9F67494B3E0B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315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ontent +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38267D-D61B-F75E-86C1-3337F26300DD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59CF4FD7-0393-B5BD-CECA-77C211F2B9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2073" y="856309"/>
            <a:ext cx="5045786" cy="95275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Slide title here over </a:t>
            </a:r>
            <a:br>
              <a:rPr lang="en-GB"/>
            </a:br>
            <a:r>
              <a:rPr lang="en-GB"/>
              <a:t>two lines if required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  <a:p>
            <a:pPr lvl="0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7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table</a:t>
            </a:r>
          </a:p>
        </p:txBody>
      </p:sp>
    </p:spTree>
    <p:extLst>
      <p:ext uri="{BB962C8B-B14F-4D97-AF65-F5344CB8AC3E}">
        <p14:creationId xmlns:p14="http://schemas.microsoft.com/office/powerpoint/2010/main" val="4242854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3AE5-559A-51AB-BE1F-BC15BA21C6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60B2C6-1B2F-DD2E-78E5-8385087D7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13F05-DEDD-E81E-F93D-0F76C1F9F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D8B3A-D951-41D7-A8C7-348531C15B0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21835-129F-82AB-3772-E85E6FB43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D92A9-9397-C33B-E45B-64A1D960B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C255-B2F7-4316-AF6E-6CEECB5CD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337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36.xml"/><Relationship Id="rId19" Type="http://schemas.openxmlformats.org/officeDocument/2006/relationships/theme" Target="../theme/theme4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62.xml"/><Relationship Id="rId3" Type="http://schemas.openxmlformats.org/officeDocument/2006/relationships/slideLayout" Target="../slideLayouts/slideLayout47.xml"/><Relationship Id="rId21" Type="http://schemas.openxmlformats.org/officeDocument/2006/relationships/theme" Target="../theme/theme5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63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46577CEF-2EB4-A5BD-C2E7-01DE34F946D7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 Light" panose="00000400000000000000" pitchFamily="2" charset="0"/>
                <a:cs typeface="Poppins Light" panose="00000400000000000000" pitchFamily="2" charset="0"/>
              </a:rPr>
              <a:t>Confidential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B4950E6-5C50-BC58-56EA-C3A4D033D3BC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F5D6D3-8D6E-5157-EF3E-393258FA83E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4688" y="6642100"/>
            <a:ext cx="70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NXP Internal</a:t>
            </a:r>
          </a:p>
        </p:txBody>
      </p:sp>
    </p:spTree>
    <p:extLst>
      <p:ext uri="{BB962C8B-B14F-4D97-AF65-F5344CB8AC3E}">
        <p14:creationId xmlns:p14="http://schemas.microsoft.com/office/powerpoint/2010/main" val="3886770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49" r:id="rId2"/>
    <p:sldLayoutId id="2147483688" r:id="rId3"/>
    <p:sldLayoutId id="2147483687" r:id="rId4"/>
    <p:sldLayoutId id="2147483689" r:id="rId5"/>
    <p:sldLayoutId id="2147483686" r:id="rId6"/>
    <p:sldLayoutId id="2147483650" r:id="rId7"/>
    <p:sldLayoutId id="2147483701" r:id="rId8"/>
    <p:sldLayoutId id="2147483703" r:id="rId9"/>
    <p:sldLayoutId id="2147483705" r:id="rId10"/>
    <p:sldLayoutId id="2147483659" r:id="rId11"/>
    <p:sldLayoutId id="2147483658" r:id="rId12"/>
    <p:sldLayoutId id="2147483651" r:id="rId13"/>
    <p:sldLayoutId id="2147483652" r:id="rId14"/>
    <p:sldLayoutId id="2147483657" r:id="rId15"/>
    <p:sldLayoutId id="2147483653" r:id="rId16"/>
    <p:sldLayoutId id="2147483694" r:id="rId17"/>
    <p:sldLayoutId id="2147483708" r:id="rId18"/>
    <p:sldLayoutId id="2147483697" r:id="rId19"/>
    <p:sldLayoutId id="2147483684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 userDrawn="1">
          <p15:clr>
            <a:srgbClr val="F26B43"/>
          </p15:clr>
        </p15:guide>
        <p15:guide id="2" pos="846" userDrawn="1">
          <p15:clr>
            <a:srgbClr val="F26B43"/>
          </p15:clr>
        </p15:guide>
        <p15:guide id="3" orient="horz" pos="459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5" orient="horz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273F35-EDCF-FCE6-9A5D-B4CC5B6F5EB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4688" y="6642100"/>
            <a:ext cx="70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NXP Internal</a:t>
            </a:r>
          </a:p>
        </p:txBody>
      </p:sp>
    </p:spTree>
    <p:extLst>
      <p:ext uri="{BB962C8B-B14F-4D97-AF65-F5344CB8AC3E}">
        <p14:creationId xmlns:p14="http://schemas.microsoft.com/office/powerpoint/2010/main" val="1019538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9" r:id="rId2"/>
    <p:sldLayoutId id="2147483699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DC94DC-6ED2-4584-5520-6E2483B446D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4688" y="6642100"/>
            <a:ext cx="70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NXP Internal</a:t>
            </a:r>
          </a:p>
        </p:txBody>
      </p:sp>
    </p:spTree>
    <p:extLst>
      <p:ext uri="{BB962C8B-B14F-4D97-AF65-F5344CB8AC3E}">
        <p14:creationId xmlns:p14="http://schemas.microsoft.com/office/powerpoint/2010/main" val="3900124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700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46577CEF-2EB4-A5BD-C2E7-01DE34F946D7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bg2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bg2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Confidential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B4950E6-5C50-BC58-56EA-C3A4D033D3BC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bg2"/>
                </a:solidFill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solidFill>
                <a:schemeClr val="bg2"/>
              </a:solidFill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67E134-766D-9F46-2856-6324EF8FE45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4688" y="6642100"/>
            <a:ext cx="70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NXP Internal</a:t>
            </a:r>
          </a:p>
        </p:txBody>
      </p:sp>
    </p:spTree>
    <p:extLst>
      <p:ext uri="{BB962C8B-B14F-4D97-AF65-F5344CB8AC3E}">
        <p14:creationId xmlns:p14="http://schemas.microsoft.com/office/powerpoint/2010/main" val="898506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702" r:id="rId3"/>
    <p:sldLayoutId id="2147483704" r:id="rId4"/>
    <p:sldLayoutId id="2147483690" r:id="rId5"/>
    <p:sldLayoutId id="2147483691" r:id="rId6"/>
    <p:sldLayoutId id="2147483692" r:id="rId7"/>
    <p:sldLayoutId id="2147483693" r:id="rId8"/>
    <p:sldLayoutId id="2147483683" r:id="rId9"/>
    <p:sldLayoutId id="2147483676" r:id="rId10"/>
    <p:sldLayoutId id="2147483678" r:id="rId11"/>
    <p:sldLayoutId id="2147483677" r:id="rId12"/>
    <p:sldLayoutId id="2147483679" r:id="rId13"/>
    <p:sldLayoutId id="2147483680" r:id="rId14"/>
    <p:sldLayoutId id="2147483681" r:id="rId15"/>
    <p:sldLayoutId id="2147483695" r:id="rId16"/>
    <p:sldLayoutId id="2147483696" r:id="rId17"/>
    <p:sldLayoutId id="2147483685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  <p15:guide id="5" orient="horz" pos="216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46577CEF-2EB4-A5BD-C2E7-01DE34F946D7}"/>
              </a:ext>
            </a:extLst>
          </p:cNvPr>
          <p:cNvSpPr txBox="1">
            <a:spLocks/>
          </p:cNvSpPr>
          <p:nvPr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 Light" panose="00000400000000000000" pitchFamily="2" charset="0"/>
                <a:cs typeface="Poppins Light" panose="00000400000000000000" pitchFamily="2" charset="0"/>
              </a:rPr>
              <a:t>Internal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B4950E6-5C50-BC58-56EA-C3A4D033D3BC}"/>
              </a:ext>
            </a:extLst>
          </p:cNvPr>
          <p:cNvSpPr txBox="1">
            <a:spLocks/>
          </p:cNvSpPr>
          <p:nvPr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 Light" panose="00000400000000000000" pitchFamily="2" charset="0"/>
                <a:cs typeface="Poppins Light" panose="00000400000000000000" pitchFamily="2" charset="0"/>
              </a:rPr>
              <a:t>‹#›</a:t>
            </a:fld>
            <a:endParaRPr lang="en-GB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D1AA03-BD6C-F3B7-87DB-F5DBD2FF69A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4688" y="6642100"/>
            <a:ext cx="70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NXP Internal</a:t>
            </a:r>
          </a:p>
        </p:txBody>
      </p:sp>
    </p:spTree>
    <p:extLst>
      <p:ext uri="{BB962C8B-B14F-4D97-AF65-F5344CB8AC3E}">
        <p14:creationId xmlns:p14="http://schemas.microsoft.com/office/powerpoint/2010/main" val="4155015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  <p15:guide id="5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" TargetMode="External"/><Relationship Id="rId1" Type="http://schemas.openxmlformats.org/officeDocument/2006/relationships/slideLayout" Target="../slideLayouts/slideLayout4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7.xml"/><Relationship Id="rId6" Type="http://schemas.openxmlformats.org/officeDocument/2006/relationships/hyperlink" Target="https://github.com/Qian-Zhang122/SADC_EIS" TargetMode="Externa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292A47-F839-9230-A2DC-53AE9BCE49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19296" y="1875015"/>
            <a:ext cx="5309624" cy="1808164"/>
          </a:xfrm>
        </p:spPr>
        <p:txBody>
          <a:bodyPr/>
          <a:lstStyle/>
          <a:p>
            <a:r>
              <a:rPr lang="en-US" dirty="0"/>
              <a:t>How to use GIT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D186FE-85FC-5049-EC94-1E1B1012A32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D144B56-4A81-6B67-47B7-616E6AF1FD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Qian Zhang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72B8D3F-A401-375D-B658-CE5C5F34B11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872258" y="2295703"/>
            <a:ext cx="1453711" cy="1931811"/>
            <a:chOff x="4302" y="1531"/>
            <a:chExt cx="824" cy="1095"/>
          </a:xfrm>
        </p:grpSpPr>
        <p:sp>
          <p:nvSpPr>
            <p:cNvPr id="3" name="AutoShape 3">
              <a:extLst>
                <a:ext uri="{FF2B5EF4-FFF2-40B4-BE49-F238E27FC236}">
                  <a16:creationId xmlns:a16="http://schemas.microsoft.com/office/drawing/2014/main" id="{E719E3DD-6C46-68C0-9768-1D5048083F4D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4302" y="1531"/>
              <a:ext cx="824" cy="10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49797B7-DFA9-5729-203C-5B91C3331B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" y="1721"/>
              <a:ext cx="42" cy="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6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 </a:t>
              </a:r>
              <a:endPara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B6211B-69A2-BB3B-B1B4-DFEE370CA3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1" y="2146"/>
              <a:ext cx="113" cy="262"/>
            </a:xfrm>
            <a:prstGeom prst="rect">
              <a:avLst/>
            </a:prstGeom>
            <a:solidFill>
              <a:srgbClr val="F9B5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C13FA5-310C-A2D1-225A-DEBABBDBC0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1" y="2146"/>
              <a:ext cx="113" cy="262"/>
            </a:xfrm>
            <a:prstGeom prst="rect">
              <a:avLst/>
            </a:prstGeom>
            <a:noFill/>
            <a:ln w="6350" cap="flat">
              <a:solidFill>
                <a:srgbClr val="223F59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021F906-DB81-2B50-FD00-7998F9AAF0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4" y="1990"/>
              <a:ext cx="114" cy="418"/>
            </a:xfrm>
            <a:prstGeom prst="rect">
              <a:avLst/>
            </a:prstGeom>
            <a:solidFill>
              <a:srgbClr val="0EAF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03F2CA5-E4BB-6021-AD04-865A9B2071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4" y="1990"/>
              <a:ext cx="114" cy="418"/>
            </a:xfrm>
            <a:prstGeom prst="rect">
              <a:avLst/>
            </a:prstGeom>
            <a:noFill/>
            <a:ln w="6350" cap="flat">
              <a:solidFill>
                <a:srgbClr val="2B4719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2B5AFDE-3B8B-EB54-BF04-661E7EEF95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0" y="2275"/>
              <a:ext cx="111" cy="133"/>
            </a:xfrm>
            <a:prstGeom prst="rect">
              <a:avLst/>
            </a:prstGeom>
            <a:solidFill>
              <a:srgbClr val="F9B5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4E27689-44A8-976E-51EF-5E9E12DA37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0" y="2275"/>
              <a:ext cx="111" cy="133"/>
            </a:xfrm>
            <a:prstGeom prst="rect">
              <a:avLst/>
            </a:prstGeom>
            <a:noFill/>
            <a:ln w="6350" cap="flat">
              <a:solidFill>
                <a:srgbClr val="6C4F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7D8C184-9782-D4FD-2057-B520CCC160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98" y="2146"/>
              <a:ext cx="110" cy="262"/>
            </a:xfrm>
            <a:prstGeom prst="rect">
              <a:avLst/>
            </a:prstGeom>
            <a:solidFill>
              <a:srgbClr val="69CA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B532A3-3291-32B9-B377-5164AE3D1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98" y="2146"/>
              <a:ext cx="110" cy="262"/>
            </a:xfrm>
            <a:prstGeom prst="rect">
              <a:avLst/>
            </a:prstGeom>
            <a:noFill/>
            <a:ln w="6350" cap="flat">
              <a:solidFill>
                <a:srgbClr val="223F59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C574A51-C898-DF98-3BB9-DBE2E9061A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8" y="2275"/>
              <a:ext cx="113" cy="133"/>
            </a:xfrm>
            <a:prstGeom prst="rect">
              <a:avLst/>
            </a:prstGeom>
            <a:solidFill>
              <a:srgbClr val="69CA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D77130-3731-EB5D-21C3-32B64A6210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8" y="2275"/>
              <a:ext cx="113" cy="133"/>
            </a:xfrm>
            <a:prstGeom prst="rect">
              <a:avLst/>
            </a:prstGeom>
            <a:noFill/>
            <a:ln w="6350" cap="flat">
              <a:solidFill>
                <a:srgbClr val="6C4F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1BFC0A5-197C-19BB-5DF4-FD63C16B81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8" y="2439"/>
              <a:ext cx="396" cy="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fr-FR" altLang="fr-FR" sz="1200" b="1">
                  <a:latin typeface="Poppins" panose="00000500000000000000" pitchFamily="2" charset="0"/>
                </a:rPr>
                <a:t>DES </a:t>
              </a:r>
              <a:r>
                <a:rPr lang="fr-FR" altLang="fr-FR" sz="1000" b="1">
                  <a:latin typeface="Poppins" panose="00000500000000000000" pitchFamily="2" charset="0"/>
                </a:rPr>
                <a:t>-</a:t>
              </a:r>
              <a:r>
                <a:rPr lang="fr-FR" altLang="fr-FR" sz="1200" b="1">
                  <a:latin typeface="Poppins" panose="00000500000000000000" pitchFamily="2" charset="0"/>
                </a:rPr>
                <a:t> PTE</a:t>
              </a:r>
              <a:endParaRPr kumimoji="0" lang="fr-FR" altLang="fr-FR" sz="1800" b="1" i="0" u="none" strike="noStrike" cap="none" normalizeH="0" baseline="0">
                <a:ln>
                  <a:noFill/>
                </a:ln>
                <a:effectLst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C6667B4-083A-74FE-69A1-853A9E5489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5" y="2421"/>
              <a:ext cx="104" cy="2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Poppins" panose="00000500000000000000" pitchFamily="2" charset="0"/>
                </a:rPr>
                <a:t> </a:t>
              </a:r>
              <a:endPara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A9E80AE-0291-70F9-5091-0C8592D62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" y="1922"/>
              <a:ext cx="675" cy="674"/>
            </a:xfrm>
            <a:prstGeom prst="ellipse">
              <a:avLst/>
            </a:pr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085176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5BF92A-0D43-706C-6FBA-74763B384E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800" dirty="0"/>
              <a:t>GIT - Installation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9ADB-C544-5B06-6A30-A6A9129B0A90}"/>
              </a:ext>
            </a:extLst>
          </p:cNvPr>
          <p:cNvSpPr txBox="1"/>
          <p:nvPr/>
        </p:nvSpPr>
        <p:spPr>
          <a:xfrm>
            <a:off x="108258" y="1085027"/>
            <a:ext cx="28921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Go to </a:t>
            </a:r>
            <a:r>
              <a:rPr lang="en-US" sz="1400" dirty="0">
                <a:hlinkClick r:id="rId2"/>
              </a:rPr>
              <a:t>Git - Install for Windows</a:t>
            </a:r>
            <a:r>
              <a:rPr lang="en-US" sz="1400" dirty="0"/>
              <a:t> 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FB0CF14-AE53-A599-6B54-2E36E66C2DEF}"/>
              </a:ext>
            </a:extLst>
          </p:cNvPr>
          <p:cNvGrpSpPr/>
          <p:nvPr/>
        </p:nvGrpSpPr>
        <p:grpSpPr>
          <a:xfrm>
            <a:off x="207446" y="1423582"/>
            <a:ext cx="11777108" cy="5032381"/>
            <a:chOff x="207446" y="1423582"/>
            <a:chExt cx="11777108" cy="5032381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B02BFC4-C056-662A-0D42-79F30E1DB963}"/>
                </a:ext>
              </a:extLst>
            </p:cNvPr>
            <p:cNvGrpSpPr/>
            <p:nvPr/>
          </p:nvGrpSpPr>
          <p:grpSpPr>
            <a:xfrm>
              <a:off x="207446" y="1423582"/>
              <a:ext cx="7790126" cy="4474308"/>
              <a:chOff x="829452" y="1423582"/>
              <a:chExt cx="7790126" cy="4474308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E159E15C-E65C-F836-967A-6CF2414B0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9452" y="1423582"/>
                <a:ext cx="7790126" cy="4474308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D3DDB10-081D-68E3-FCA3-A8B8A4650D6B}"/>
                  </a:ext>
                </a:extLst>
              </p:cNvPr>
              <p:cNvSpPr/>
              <p:nvPr/>
            </p:nvSpPr>
            <p:spPr>
              <a:xfrm>
                <a:off x="3602892" y="2938585"/>
                <a:ext cx="1109785" cy="195384"/>
              </a:xfrm>
              <a:prstGeom prst="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 dirty="0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23FFCE1-2C8E-BF5A-540D-1FA38A243499}"/>
                  </a:ext>
                </a:extLst>
              </p:cNvPr>
              <p:cNvSpPr/>
              <p:nvPr/>
            </p:nvSpPr>
            <p:spPr>
              <a:xfrm>
                <a:off x="3441685" y="2938585"/>
                <a:ext cx="180717" cy="154899"/>
              </a:xfrm>
              <a:prstGeom prst="ellipse">
                <a:avLst/>
              </a:prstGeom>
              <a:noFill/>
              <a:ln w="9525" cap="flat" cmpd="sng" algn="ctr">
                <a:solidFill>
                  <a:srgbClr val="E9713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E9713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1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6F98F34-4A7C-CC50-C05D-3FDC12915EE4}"/>
                </a:ext>
              </a:extLst>
            </p:cNvPr>
            <p:cNvGrpSpPr/>
            <p:nvPr/>
          </p:nvGrpSpPr>
          <p:grpSpPr>
            <a:xfrm>
              <a:off x="4744752" y="3189690"/>
              <a:ext cx="4964006" cy="897777"/>
              <a:chOff x="7227994" y="1938216"/>
              <a:chExt cx="4964006" cy="897777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9015C31F-935E-C973-865C-9DB5F82359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18353" y="1938216"/>
                <a:ext cx="4873647" cy="89777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2BEEC6-15C8-1908-C21C-1C73F9266052}"/>
                  </a:ext>
                </a:extLst>
              </p:cNvPr>
              <p:cNvSpPr/>
              <p:nvPr/>
            </p:nvSpPr>
            <p:spPr>
              <a:xfrm>
                <a:off x="7227994" y="2670257"/>
                <a:ext cx="180717" cy="154899"/>
              </a:xfrm>
              <a:prstGeom prst="ellipse">
                <a:avLst/>
              </a:prstGeom>
              <a:noFill/>
              <a:ln w="9525" cap="flat" cmpd="sng" algn="ctr">
                <a:solidFill>
                  <a:srgbClr val="E9713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E9713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5E1AD8-ED48-95A7-98E2-234D65B15D4F}"/>
                </a:ext>
              </a:extLst>
            </p:cNvPr>
            <p:cNvGrpSpPr/>
            <p:nvPr/>
          </p:nvGrpSpPr>
          <p:grpSpPr>
            <a:xfrm>
              <a:off x="6709325" y="3235569"/>
              <a:ext cx="1812295" cy="2662321"/>
              <a:chOff x="9999602" y="2835993"/>
              <a:chExt cx="1812295" cy="2662321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ADE891-63B6-57CD-BAA9-A3233F8820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180319" y="2835993"/>
                <a:ext cx="1631578" cy="266232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693B73C-FFF3-E647-2E76-6708725E9EAB}"/>
                  </a:ext>
                </a:extLst>
              </p:cNvPr>
              <p:cNvSpPr/>
              <p:nvPr/>
            </p:nvSpPr>
            <p:spPr>
              <a:xfrm>
                <a:off x="9999602" y="3719959"/>
                <a:ext cx="180717" cy="154899"/>
              </a:xfrm>
              <a:prstGeom prst="ellipse">
                <a:avLst/>
              </a:prstGeom>
              <a:noFill/>
              <a:ln w="9525" cap="flat" cmpd="sng" algn="ctr">
                <a:solidFill>
                  <a:srgbClr val="E9713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E9713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3</a:t>
                </a:r>
              </a:p>
            </p:txBody>
          </p:sp>
        </p:grp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E5B8A75-9877-665B-F5D4-CDA44A3A2A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7930" y="4274434"/>
              <a:ext cx="2795977" cy="218152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40D6C74-0277-2757-D3CE-B28377F8E10F}"/>
                </a:ext>
              </a:extLst>
            </p:cNvPr>
            <p:cNvSpPr/>
            <p:nvPr/>
          </p:nvSpPr>
          <p:spPr>
            <a:xfrm>
              <a:off x="7952393" y="4412483"/>
              <a:ext cx="180717" cy="154899"/>
            </a:xfrm>
            <a:prstGeom prst="ellipse">
              <a:avLst/>
            </a:prstGeom>
            <a:noFill/>
            <a:ln w="9525" cap="flat" cmpd="sng" algn="ctr">
              <a:solidFill>
                <a:srgbClr val="E9713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522AEFE-BB72-D198-0E47-9D4DFC35D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183815" y="5267722"/>
              <a:ext cx="800739" cy="852400"/>
            </a:xfrm>
            <a:prstGeom prst="rect">
              <a:avLst/>
            </a:prstGeom>
          </p:spPr>
        </p:pic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142795E0-2A61-624E-9610-743F1B7FB4B9}"/>
                </a:ext>
              </a:extLst>
            </p:cNvPr>
            <p:cNvSpPr/>
            <p:nvPr/>
          </p:nvSpPr>
          <p:spPr>
            <a:xfrm>
              <a:off x="11093456" y="5087488"/>
              <a:ext cx="180717" cy="154899"/>
            </a:xfrm>
            <a:prstGeom prst="ellipse">
              <a:avLst/>
            </a:prstGeom>
            <a:noFill/>
            <a:ln w="9525" cap="flat" cmpd="sng" algn="ctr">
              <a:solidFill>
                <a:srgbClr val="E9713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3CBE447-9EE1-80F7-9792-AA3269CA93EC}"/>
                </a:ext>
              </a:extLst>
            </p:cNvPr>
            <p:cNvSpPr/>
            <p:nvPr/>
          </p:nvSpPr>
          <p:spPr>
            <a:xfrm>
              <a:off x="4924342" y="3921731"/>
              <a:ext cx="1109785" cy="195384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2FFCA90-6913-A5BB-4334-64CE7E5662D0}"/>
                </a:ext>
              </a:extLst>
            </p:cNvPr>
            <p:cNvSpPr/>
            <p:nvPr/>
          </p:nvSpPr>
          <p:spPr>
            <a:xfrm>
              <a:off x="6900792" y="4092559"/>
              <a:ext cx="1109785" cy="195384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A6E0A66-AA19-4EF9-D5E0-BEF556D51E49}"/>
                </a:ext>
              </a:extLst>
            </p:cNvPr>
            <p:cNvSpPr/>
            <p:nvPr/>
          </p:nvSpPr>
          <p:spPr>
            <a:xfrm>
              <a:off x="8147444" y="4392240"/>
              <a:ext cx="1572064" cy="195384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1999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AEFB9E-4491-C410-28F1-25BCC1C638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9412" y="376518"/>
            <a:ext cx="11432485" cy="677732"/>
          </a:xfrm>
        </p:spPr>
        <p:txBody>
          <a:bodyPr/>
          <a:lstStyle/>
          <a:p>
            <a:r>
              <a:rPr lang="en-US" sz="1800" dirty="0"/>
              <a:t>G</a:t>
            </a:r>
            <a:r>
              <a:rPr lang="en-US" altLang="zh-CN" sz="1800" dirty="0"/>
              <a:t>it – How to create Repo in </a:t>
            </a:r>
            <a:r>
              <a:rPr lang="en-US" altLang="zh-CN" sz="1800" dirty="0" err="1"/>
              <a:t>Github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19CD2-36AD-0E58-4474-2FDA2430752C}"/>
              </a:ext>
            </a:extLst>
          </p:cNvPr>
          <p:cNvSpPr txBox="1"/>
          <p:nvPr/>
        </p:nvSpPr>
        <p:spPr>
          <a:xfrm>
            <a:off x="379412" y="900361"/>
            <a:ext cx="310694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Go to </a:t>
            </a:r>
            <a:r>
              <a:rPr lang="en-US" sz="1400" dirty="0">
                <a:hlinkClick r:id="rId2"/>
              </a:rPr>
              <a:t>GitHub</a:t>
            </a:r>
            <a:endParaRPr lang="en-US" sz="1400" dirty="0"/>
          </a:p>
          <a:p>
            <a:r>
              <a:rPr lang="en-US" sz="1400" dirty="0"/>
              <a:t>Create a new account using WBI</a:t>
            </a:r>
          </a:p>
          <a:p>
            <a:r>
              <a:rPr lang="en-US" sz="1400" dirty="0"/>
              <a:t>Create a new repository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916E88-F3F0-ED82-D230-618660EDB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12" y="1715225"/>
            <a:ext cx="7707313" cy="44724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2767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6E46FBF-3DBF-F28B-8EB9-899ACE89F24C}"/>
              </a:ext>
            </a:extLst>
          </p:cNvPr>
          <p:cNvSpPr/>
          <p:nvPr/>
        </p:nvSpPr>
        <p:spPr>
          <a:xfrm>
            <a:off x="138904" y="3246120"/>
            <a:ext cx="6991853" cy="3052276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 dirty="0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93017F-72F1-AAFE-836D-D28A949BD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172452"/>
            <a:ext cx="11432485" cy="677732"/>
          </a:xfrm>
        </p:spPr>
        <p:txBody>
          <a:bodyPr/>
          <a:lstStyle/>
          <a:p>
            <a:r>
              <a:rPr lang="en-US" sz="1800" dirty="0"/>
              <a:t>G</a:t>
            </a:r>
            <a:r>
              <a:rPr lang="en-US" altLang="zh-CN" sz="1800" dirty="0"/>
              <a:t>it – Initialization, download/upload files between Repo &amp; Local</a:t>
            </a:r>
            <a:endParaRPr lang="en-US" sz="18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952F435-F9C1-FB68-BE52-DEF9CC4B12A0}"/>
              </a:ext>
            </a:extLst>
          </p:cNvPr>
          <p:cNvGrpSpPr/>
          <p:nvPr/>
        </p:nvGrpSpPr>
        <p:grpSpPr>
          <a:xfrm>
            <a:off x="319621" y="891165"/>
            <a:ext cx="1634225" cy="2047419"/>
            <a:chOff x="379412" y="1054250"/>
            <a:chExt cx="3172268" cy="373228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7DE49FD-B71C-F17A-A935-096315685D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244" b="1256"/>
            <a:stretch>
              <a:fillRect/>
            </a:stretch>
          </p:blipFill>
          <p:spPr>
            <a:xfrm>
              <a:off x="379412" y="1054250"/>
              <a:ext cx="3172268" cy="3732286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F0E699-C356-A5BE-40BE-ED6AACD6E680}"/>
                </a:ext>
              </a:extLst>
            </p:cNvPr>
            <p:cNvSpPr/>
            <p:nvPr/>
          </p:nvSpPr>
          <p:spPr>
            <a:xfrm>
              <a:off x="379412" y="3109115"/>
              <a:ext cx="1826946" cy="195384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37610D6-2A21-41E6-D536-8F45EA8E5CAB}"/>
              </a:ext>
            </a:extLst>
          </p:cNvPr>
          <p:cNvGrpSpPr/>
          <p:nvPr/>
        </p:nvGrpSpPr>
        <p:grpSpPr>
          <a:xfrm>
            <a:off x="1938897" y="780060"/>
            <a:ext cx="5104278" cy="774177"/>
            <a:chOff x="1938897" y="780060"/>
            <a:chExt cx="5104278" cy="774177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5FE64A3-81D1-E9D3-5EC9-21535D92437C}"/>
                </a:ext>
              </a:extLst>
            </p:cNvPr>
            <p:cNvGrpSpPr/>
            <p:nvPr/>
          </p:nvGrpSpPr>
          <p:grpSpPr>
            <a:xfrm>
              <a:off x="1938897" y="780060"/>
              <a:ext cx="5104278" cy="774177"/>
              <a:chOff x="3796134" y="2981262"/>
              <a:chExt cx="5104278" cy="774177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3857FACA-2B0F-2A2B-D21E-89A1FD14FE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91800" y="2981262"/>
                <a:ext cx="4908612" cy="774177"/>
              </a:xfrm>
              <a:prstGeom prst="rect">
                <a:avLst/>
              </a:prstGeom>
            </p:spPr>
          </p:pic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5F8A27F-05F4-A3CF-F36F-8617D7E0690F}"/>
                  </a:ext>
                </a:extLst>
              </p:cNvPr>
              <p:cNvSpPr/>
              <p:nvPr/>
            </p:nvSpPr>
            <p:spPr>
              <a:xfrm>
                <a:off x="3796134" y="3427995"/>
                <a:ext cx="180717" cy="154899"/>
              </a:xfrm>
              <a:prstGeom prst="ellipse">
                <a:avLst/>
              </a:prstGeom>
              <a:noFill/>
              <a:ln w="9525" cap="flat" cmpd="sng" algn="ctr">
                <a:solidFill>
                  <a:srgbClr val="E9713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E9713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6EF7721-2DFF-219E-549B-CBA4AFF14F30}"/>
                </a:ext>
              </a:extLst>
            </p:cNvPr>
            <p:cNvSpPr/>
            <p:nvPr/>
          </p:nvSpPr>
          <p:spPr>
            <a:xfrm>
              <a:off x="2179932" y="1226793"/>
              <a:ext cx="1063453" cy="15489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CCCD2AE-3A52-C3BA-1251-34750ABB0015}"/>
              </a:ext>
            </a:extLst>
          </p:cNvPr>
          <p:cNvGrpSpPr/>
          <p:nvPr/>
        </p:nvGrpSpPr>
        <p:grpSpPr>
          <a:xfrm>
            <a:off x="1949066" y="2371947"/>
            <a:ext cx="4683355" cy="644847"/>
            <a:chOff x="1948084" y="1964057"/>
            <a:chExt cx="4683355" cy="64484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F8F75E2-851C-D93E-37C7-FB9A0D583862}"/>
                </a:ext>
              </a:extLst>
            </p:cNvPr>
            <p:cNvGrpSpPr/>
            <p:nvPr/>
          </p:nvGrpSpPr>
          <p:grpSpPr>
            <a:xfrm>
              <a:off x="1948084" y="1964057"/>
              <a:ext cx="4683355" cy="644847"/>
              <a:chOff x="2533673" y="3089504"/>
              <a:chExt cx="4683355" cy="644847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64C0EAD7-F026-0EA2-5502-133195FCE1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18240" y="3095578"/>
                <a:ext cx="4498788" cy="638773"/>
              </a:xfrm>
              <a:prstGeom prst="rect">
                <a:avLst/>
              </a:prstGeom>
            </p:spPr>
          </p:pic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EED0580-5221-BEAD-DDBB-41879BE0F1AC}"/>
                  </a:ext>
                </a:extLst>
              </p:cNvPr>
              <p:cNvSpPr/>
              <p:nvPr/>
            </p:nvSpPr>
            <p:spPr>
              <a:xfrm>
                <a:off x="2533673" y="3089504"/>
                <a:ext cx="180717" cy="154899"/>
              </a:xfrm>
              <a:prstGeom prst="ellipse">
                <a:avLst/>
              </a:prstGeom>
              <a:noFill/>
              <a:ln w="9525" cap="flat" cmpd="sng" algn="ctr">
                <a:solidFill>
                  <a:srgbClr val="E9713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E9713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4</a:t>
                </a:r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98BE04B-2BA1-18C9-48EC-A32FB7F47CCD}"/>
                </a:ext>
              </a:extLst>
            </p:cNvPr>
            <p:cNvSpPr/>
            <p:nvPr/>
          </p:nvSpPr>
          <p:spPr>
            <a:xfrm>
              <a:off x="2241844" y="2114479"/>
              <a:ext cx="3311231" cy="15489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F71AE10-2C9D-09DC-74EA-3FBC2C554826}"/>
              </a:ext>
            </a:extLst>
          </p:cNvPr>
          <p:cNvGrpSpPr/>
          <p:nvPr/>
        </p:nvGrpSpPr>
        <p:grpSpPr>
          <a:xfrm>
            <a:off x="7284083" y="0"/>
            <a:ext cx="4907917" cy="6858000"/>
            <a:chOff x="7286021" y="263619"/>
            <a:chExt cx="4907917" cy="6858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1986A66-C602-A357-98AE-7107A9E67203}"/>
                </a:ext>
              </a:extLst>
            </p:cNvPr>
            <p:cNvSpPr/>
            <p:nvPr/>
          </p:nvSpPr>
          <p:spPr>
            <a:xfrm>
              <a:off x="7301495" y="736266"/>
              <a:ext cx="180717" cy="154899"/>
            </a:xfrm>
            <a:prstGeom prst="ellipse">
              <a:avLst/>
            </a:prstGeom>
            <a:noFill/>
            <a:ln w="9525" cap="flat" cmpd="sng" algn="ctr">
              <a:solidFill>
                <a:srgbClr val="E9713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5</a:t>
              </a:r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8ECD52C6-C752-E89C-2D11-9E029431CE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12108" y="263619"/>
              <a:ext cx="4681830" cy="6858000"/>
            </a:xfrm>
            <a:prstGeom prst="rect">
              <a:avLst/>
            </a:prstGeom>
          </p:spPr>
        </p:pic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1818430B-9E3D-879F-CB68-B0C34A863DD7}"/>
                </a:ext>
              </a:extLst>
            </p:cNvPr>
            <p:cNvSpPr/>
            <p:nvPr/>
          </p:nvSpPr>
          <p:spPr>
            <a:xfrm>
              <a:off x="7301494" y="1226794"/>
              <a:ext cx="180717" cy="154899"/>
            </a:xfrm>
            <a:prstGeom prst="ellipse">
              <a:avLst/>
            </a:prstGeom>
            <a:noFill/>
            <a:ln w="9525" cap="flat" cmpd="sng" algn="ctr">
              <a:solidFill>
                <a:srgbClr val="E9713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CEE698B-F18C-80E2-6D88-0848AE1DB8B3}"/>
                </a:ext>
              </a:extLst>
            </p:cNvPr>
            <p:cNvSpPr/>
            <p:nvPr/>
          </p:nvSpPr>
          <p:spPr>
            <a:xfrm>
              <a:off x="7286022" y="2302608"/>
              <a:ext cx="180717" cy="154899"/>
            </a:xfrm>
            <a:prstGeom prst="ellipse">
              <a:avLst/>
            </a:prstGeom>
            <a:noFill/>
            <a:ln w="9525" cap="flat" cmpd="sng" algn="ctr">
              <a:solidFill>
                <a:srgbClr val="E9713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83249C6-236E-7590-20D1-65EEE64CDAC0}"/>
                </a:ext>
              </a:extLst>
            </p:cNvPr>
            <p:cNvSpPr/>
            <p:nvPr/>
          </p:nvSpPr>
          <p:spPr>
            <a:xfrm>
              <a:off x="7286021" y="3692619"/>
              <a:ext cx="180717" cy="154899"/>
            </a:xfrm>
            <a:prstGeom prst="ellipse">
              <a:avLst/>
            </a:prstGeom>
            <a:noFill/>
            <a:ln w="9525" cap="flat" cmpd="sng" algn="ctr">
              <a:solidFill>
                <a:srgbClr val="E9713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CD586E13-3C31-8858-04D5-576F1ED472DC}"/>
                </a:ext>
              </a:extLst>
            </p:cNvPr>
            <p:cNvSpPr/>
            <p:nvPr/>
          </p:nvSpPr>
          <p:spPr>
            <a:xfrm>
              <a:off x="7301493" y="5717452"/>
              <a:ext cx="180717" cy="154899"/>
            </a:xfrm>
            <a:prstGeom prst="ellipse">
              <a:avLst/>
            </a:prstGeom>
            <a:noFill/>
            <a:ln w="9525" cap="flat" cmpd="sng" algn="ctr">
              <a:solidFill>
                <a:srgbClr val="E9713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E38252D-0D36-B9E3-799F-01A36482ADE8}"/>
                </a:ext>
              </a:extLst>
            </p:cNvPr>
            <p:cNvSpPr/>
            <p:nvPr/>
          </p:nvSpPr>
          <p:spPr>
            <a:xfrm>
              <a:off x="7599291" y="702610"/>
              <a:ext cx="1802618" cy="13363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0364F98-F59D-F5E4-B4D9-2B6FB567757C}"/>
                </a:ext>
              </a:extLst>
            </p:cNvPr>
            <p:cNvSpPr/>
            <p:nvPr/>
          </p:nvSpPr>
          <p:spPr>
            <a:xfrm>
              <a:off x="7599291" y="1119982"/>
              <a:ext cx="1802618" cy="13363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240D1F-B6DF-ED4A-A479-3D4DC18C9DF9}"/>
                </a:ext>
              </a:extLst>
            </p:cNvPr>
            <p:cNvSpPr/>
            <p:nvPr/>
          </p:nvSpPr>
          <p:spPr>
            <a:xfrm>
              <a:off x="7599291" y="2288607"/>
              <a:ext cx="1802618" cy="13363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5D386FC8-B429-F75B-86F4-B7697C6A4B1E}"/>
                </a:ext>
              </a:extLst>
            </p:cNvPr>
            <p:cNvSpPr/>
            <p:nvPr/>
          </p:nvSpPr>
          <p:spPr>
            <a:xfrm>
              <a:off x="7599291" y="3692619"/>
              <a:ext cx="1966740" cy="15489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7F3BE7A-8046-E892-DF60-D3F86CF7A183}"/>
                </a:ext>
              </a:extLst>
            </p:cNvPr>
            <p:cNvSpPr/>
            <p:nvPr/>
          </p:nvSpPr>
          <p:spPr>
            <a:xfrm>
              <a:off x="7599291" y="5717451"/>
              <a:ext cx="1966740" cy="15489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</p:grpSp>
      <p:sp>
        <p:nvSpPr>
          <p:cNvPr id="53" name="Oval 52">
            <a:extLst>
              <a:ext uri="{FF2B5EF4-FFF2-40B4-BE49-F238E27FC236}">
                <a16:creationId xmlns:a16="http://schemas.microsoft.com/office/drawing/2014/main" id="{D686D18D-9D76-0FCA-1E00-D443C38116A9}"/>
              </a:ext>
            </a:extLst>
          </p:cNvPr>
          <p:cNvSpPr/>
          <p:nvPr/>
        </p:nvSpPr>
        <p:spPr>
          <a:xfrm>
            <a:off x="138904" y="1994543"/>
            <a:ext cx="180717" cy="154899"/>
          </a:xfrm>
          <a:prstGeom prst="ellipse">
            <a:avLst/>
          </a:prstGeom>
          <a:noFill/>
          <a:ln w="9525" cap="flat" cmpd="sng" algn="ctr">
            <a:solidFill>
              <a:srgbClr val="E9713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E9713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058CB8B-ACBD-BF42-DA5A-6C444F25BF28}"/>
              </a:ext>
            </a:extLst>
          </p:cNvPr>
          <p:cNvSpPr txBox="1"/>
          <p:nvPr/>
        </p:nvSpPr>
        <p:spPr>
          <a:xfrm>
            <a:off x="173093" y="3341216"/>
            <a:ext cx="691727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 </a:t>
            </a:r>
            <a:r>
              <a:rPr lang="en-US" altLang="zh-CN" sz="1400" dirty="0"/>
              <a:t>create a repo for trial : </a:t>
            </a:r>
            <a:r>
              <a:rPr lang="en-US" sz="1400" dirty="0">
                <a:hlinkClick r:id="rId6"/>
              </a:rPr>
              <a:t>Qian-Zhang122/SADC_EIS: New repo for training.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Then I use git commands to download the repo to my local file folder;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And I commit my training material to the repo for tracking.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Then I could go to the repo to check </a:t>
            </a:r>
            <a:r>
              <a:rPr lang="en-US" sz="1400" dirty="0" err="1"/>
              <a:t>changlogs</a:t>
            </a:r>
            <a:r>
              <a:rPr lang="en-US" sz="14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462F8AE4-2ABD-D3AF-5B77-7BAADABFE4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193" y="4317454"/>
            <a:ext cx="3259477" cy="18013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1DEB950A-D71A-70A7-E4A0-634E335A88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4500" y="1804302"/>
            <a:ext cx="4935871" cy="301684"/>
          </a:xfrm>
          <a:prstGeom prst="rect">
            <a:avLst/>
          </a:prstGeom>
        </p:spPr>
      </p:pic>
      <p:sp>
        <p:nvSpPr>
          <p:cNvPr id="62" name="Oval 61">
            <a:extLst>
              <a:ext uri="{FF2B5EF4-FFF2-40B4-BE49-F238E27FC236}">
                <a16:creationId xmlns:a16="http://schemas.microsoft.com/office/drawing/2014/main" id="{C1E2E7D1-44D2-7827-E38A-8150FD84168C}"/>
              </a:ext>
            </a:extLst>
          </p:cNvPr>
          <p:cNvSpPr/>
          <p:nvPr/>
        </p:nvSpPr>
        <p:spPr>
          <a:xfrm>
            <a:off x="1949066" y="1789464"/>
            <a:ext cx="180717" cy="154899"/>
          </a:xfrm>
          <a:prstGeom prst="ellipse">
            <a:avLst/>
          </a:prstGeom>
          <a:noFill/>
          <a:ln w="9525" cap="flat" cmpd="sng" algn="ctr">
            <a:solidFill>
              <a:srgbClr val="E9713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E9713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92689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B483BC-AD7A-132A-E494-28E2F547DC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Git – with Bitbucket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79D25-5F1B-9604-1DC6-3B69D975D5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Ongoing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C67EAB-6D2D-A384-4D5B-ADBB9D769E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63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9D9747-789B-E349-4BD7-890B279BE61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Git – With SMT8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218E9A-AE16-4611-B5BD-A7E625B575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Ongoing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D3C59E-018E-287B-9A67-5F2EF35972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661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5604F6-D18E-3502-27B0-12F2FE92B5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Git -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1AB6DB-EFC7-207B-D9F5-3C8CB1A00C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8722" y="1038225"/>
            <a:ext cx="11433175" cy="4781550"/>
          </a:xfrm>
        </p:spPr>
        <p:txBody>
          <a:bodyPr numCol="3">
            <a:noAutofit/>
          </a:bodyPr>
          <a:lstStyle/>
          <a:p>
            <a:r>
              <a:rPr lang="en-US" sz="1200" dirty="0"/>
              <a:t># </a:t>
            </a:r>
            <a:r>
              <a:rPr lang="en-US" sz="1200" dirty="0" err="1"/>
              <a:t>初始化仓库</a:t>
            </a:r>
            <a:endParaRPr lang="en-US" sz="1200" dirty="0"/>
          </a:p>
          <a:p>
            <a:r>
              <a:rPr lang="en-US" sz="1200" dirty="0"/>
              <a:t>git </a:t>
            </a:r>
            <a:r>
              <a:rPr lang="en-US" sz="1200" dirty="0" err="1"/>
              <a:t>init</a:t>
            </a:r>
            <a:endParaRPr lang="en-US" sz="1200" dirty="0"/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克隆仓库</a:t>
            </a:r>
            <a:endParaRPr lang="en-US" sz="1200" dirty="0"/>
          </a:p>
          <a:p>
            <a:r>
              <a:rPr lang="en-US" sz="1200" dirty="0"/>
              <a:t>git clone URL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查看状态</a:t>
            </a:r>
            <a:endParaRPr lang="en-US" sz="1200" dirty="0"/>
          </a:p>
          <a:p>
            <a:r>
              <a:rPr lang="en-US" sz="1200" dirty="0"/>
              <a:t>git status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添加文件</a:t>
            </a:r>
            <a:endParaRPr lang="en-US" sz="1200" dirty="0"/>
          </a:p>
          <a:p>
            <a:r>
              <a:rPr lang="en-US" sz="1200" dirty="0"/>
              <a:t>git add .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提交</a:t>
            </a:r>
            <a:endParaRPr lang="en-US" sz="1200" dirty="0"/>
          </a:p>
          <a:p>
            <a:r>
              <a:rPr lang="en-US" sz="1200" dirty="0"/>
              <a:t>git commit -m "message"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拉取代码</a:t>
            </a:r>
            <a:endParaRPr lang="en-US" sz="1200" dirty="0"/>
          </a:p>
          <a:p>
            <a:r>
              <a:rPr lang="en-US" sz="1200" dirty="0"/>
              <a:t>git pull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推送代码</a:t>
            </a:r>
            <a:endParaRPr lang="en-US" sz="1200" dirty="0"/>
          </a:p>
          <a:p>
            <a:r>
              <a:rPr lang="en-US" sz="1200" dirty="0"/>
              <a:t>git push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查看日志</a:t>
            </a:r>
            <a:endParaRPr lang="en-US" sz="1200" dirty="0"/>
          </a:p>
          <a:p>
            <a:r>
              <a:rPr lang="en-US" sz="1200" dirty="0"/>
              <a:t>git log --</a:t>
            </a:r>
            <a:r>
              <a:rPr lang="en-US" sz="1200" dirty="0" err="1"/>
              <a:t>oneline</a:t>
            </a:r>
            <a:endParaRPr lang="en-US" sz="1200" dirty="0"/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创建分支</a:t>
            </a:r>
            <a:endParaRPr lang="en-US" sz="1200" dirty="0"/>
          </a:p>
          <a:p>
            <a:r>
              <a:rPr lang="en-US" sz="1200" dirty="0"/>
              <a:t>git branch dev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切换分支</a:t>
            </a:r>
            <a:endParaRPr lang="en-US" sz="1200" dirty="0"/>
          </a:p>
          <a:p>
            <a:r>
              <a:rPr lang="en-US" sz="1200" dirty="0"/>
              <a:t>git switch dev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创建并切换</a:t>
            </a:r>
            <a:endParaRPr lang="en-US" sz="1200" dirty="0"/>
          </a:p>
          <a:p>
            <a:r>
              <a:rPr lang="en-US" sz="1200" dirty="0"/>
              <a:t>git switch -c feature_01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合并分支</a:t>
            </a:r>
            <a:endParaRPr lang="en-US" sz="1200" dirty="0"/>
          </a:p>
          <a:p>
            <a:r>
              <a:rPr lang="en-US" sz="1200" dirty="0"/>
              <a:t>git merge feature_01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删除分支</a:t>
            </a:r>
            <a:endParaRPr lang="en-US" sz="1200" dirty="0"/>
          </a:p>
          <a:p>
            <a:r>
              <a:rPr lang="en-US" sz="1200" dirty="0"/>
              <a:t>git branch -d feature_01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暂存修改</a:t>
            </a:r>
            <a:endParaRPr lang="en-US" sz="1200" dirty="0"/>
          </a:p>
          <a:p>
            <a:r>
              <a:rPr lang="en-US" sz="1200" dirty="0"/>
              <a:t>git stash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恢复暂存</a:t>
            </a:r>
            <a:endParaRPr lang="en-US" sz="1200" dirty="0"/>
          </a:p>
          <a:p>
            <a:r>
              <a:rPr lang="en-US" sz="1200" dirty="0"/>
              <a:t>git stash pop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查看远程</a:t>
            </a:r>
            <a:endParaRPr lang="en-US" sz="1200" dirty="0"/>
          </a:p>
          <a:p>
            <a:r>
              <a:rPr lang="en-US" sz="1200" dirty="0"/>
              <a:t>git remote -v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查看标签</a:t>
            </a:r>
            <a:endParaRPr lang="en-US" sz="1200" dirty="0"/>
          </a:p>
          <a:p>
            <a:r>
              <a:rPr lang="en-US" sz="1200" dirty="0"/>
              <a:t>git tag</a:t>
            </a:r>
          </a:p>
          <a:p>
            <a:endParaRPr lang="zh-CN" altLang="en-US" sz="1200" dirty="0"/>
          </a:p>
          <a:p>
            <a:r>
              <a:rPr lang="en-US" sz="1200" dirty="0"/>
              <a:t># </a:t>
            </a:r>
            <a:r>
              <a:rPr lang="en-US" sz="1200" dirty="0" err="1"/>
              <a:t>创建标签</a:t>
            </a:r>
            <a:endParaRPr lang="en-US" sz="1200" dirty="0"/>
          </a:p>
          <a:p>
            <a:r>
              <a:rPr lang="en-US" sz="1200" dirty="0"/>
              <a:t>git tag v1.0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51069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8226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XP Palette">
      <a:dk1>
        <a:srgbClr val="000000"/>
      </a:dk1>
      <a:lt1>
        <a:srgbClr val="FFFFFF"/>
      </a:lt1>
      <a:dk2>
        <a:srgbClr val="252525"/>
      </a:dk2>
      <a:lt2>
        <a:srgbClr val="F7F4F0"/>
      </a:lt2>
      <a:accent1>
        <a:srgbClr val="F8B500"/>
      </a:accent1>
      <a:accent2>
        <a:srgbClr val="69CA00"/>
      </a:accent2>
      <a:accent3>
        <a:srgbClr val="01B2D7"/>
      </a:accent3>
      <a:accent4>
        <a:srgbClr val="FE7300"/>
      </a:accent4>
      <a:accent5>
        <a:srgbClr val="00A602"/>
      </a:accent5>
      <a:accent6>
        <a:srgbClr val="0067DE"/>
      </a:accent6>
      <a:hlink>
        <a:srgbClr val="0563C1"/>
      </a:hlink>
      <a:folHlink>
        <a:srgbClr val="954F72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02_NXP_Template-Light+Dark_Mode_Confidential  -  Read-Only" id="{D449DF57-00E5-4F5B-86CD-8B22DD3CBACE}" vid="{2909BF0F-9F5D-4017-94E5-12FB79669CFD}"/>
    </a:ext>
  </a:extLst>
</a:theme>
</file>

<file path=ppt/theme/theme2.xml><?xml version="1.0" encoding="utf-8"?>
<a:theme xmlns:a="http://schemas.openxmlformats.org/drawingml/2006/main" name="1_Office Theme">
  <a:themeElements>
    <a:clrScheme name="NXP Palette">
      <a:dk1>
        <a:srgbClr val="000000"/>
      </a:dk1>
      <a:lt1>
        <a:srgbClr val="FFFFFF"/>
      </a:lt1>
      <a:dk2>
        <a:srgbClr val="252525"/>
      </a:dk2>
      <a:lt2>
        <a:srgbClr val="F7F4F0"/>
      </a:lt2>
      <a:accent1>
        <a:srgbClr val="F8B500"/>
      </a:accent1>
      <a:accent2>
        <a:srgbClr val="69CA00"/>
      </a:accent2>
      <a:accent3>
        <a:srgbClr val="01B2D7"/>
      </a:accent3>
      <a:accent4>
        <a:srgbClr val="FE7300"/>
      </a:accent4>
      <a:accent5>
        <a:srgbClr val="00A602"/>
      </a:accent5>
      <a:accent6>
        <a:srgbClr val="0067DE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02_NXP_Template-Light+Dark_Mode_Confidential  -  Read-Only" id="{D449DF57-00E5-4F5B-86CD-8B22DD3CBACE}" vid="{0E27A0A7-70CE-4570-AD67-CB8F361CC17C}"/>
    </a:ext>
  </a:extLst>
</a:theme>
</file>

<file path=ppt/theme/theme3.xml><?xml version="1.0" encoding="utf-8"?>
<a:theme xmlns:a="http://schemas.openxmlformats.org/drawingml/2006/main" name="2_Office Theme">
  <a:themeElements>
    <a:clrScheme name="NXP Palette">
      <a:dk1>
        <a:srgbClr val="000000"/>
      </a:dk1>
      <a:lt1>
        <a:srgbClr val="FFFFFF"/>
      </a:lt1>
      <a:dk2>
        <a:srgbClr val="252525"/>
      </a:dk2>
      <a:lt2>
        <a:srgbClr val="F7F4F0"/>
      </a:lt2>
      <a:accent1>
        <a:srgbClr val="F8B500"/>
      </a:accent1>
      <a:accent2>
        <a:srgbClr val="69CA00"/>
      </a:accent2>
      <a:accent3>
        <a:srgbClr val="01B2D7"/>
      </a:accent3>
      <a:accent4>
        <a:srgbClr val="FE7300"/>
      </a:accent4>
      <a:accent5>
        <a:srgbClr val="00A602"/>
      </a:accent5>
      <a:accent6>
        <a:srgbClr val="0067DE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02_NXP_Template-Light+Dark_Mode_Confidential  -  Read-Only" id="{D449DF57-00E5-4F5B-86CD-8B22DD3CBACE}" vid="{E1267F09-025C-4B32-9D1B-C80301A57C2A}"/>
    </a:ext>
  </a:extLst>
</a:theme>
</file>

<file path=ppt/theme/theme4.xml><?xml version="1.0" encoding="utf-8"?>
<a:theme xmlns:a="http://schemas.openxmlformats.org/drawingml/2006/main" name="3_Office Theme">
  <a:themeElements>
    <a:clrScheme name="NXP Palette">
      <a:dk1>
        <a:srgbClr val="000000"/>
      </a:dk1>
      <a:lt1>
        <a:srgbClr val="FFFFFF"/>
      </a:lt1>
      <a:dk2>
        <a:srgbClr val="252525"/>
      </a:dk2>
      <a:lt2>
        <a:srgbClr val="F7F4F0"/>
      </a:lt2>
      <a:accent1>
        <a:srgbClr val="F8B500"/>
      </a:accent1>
      <a:accent2>
        <a:srgbClr val="69CA00"/>
      </a:accent2>
      <a:accent3>
        <a:srgbClr val="01B2D7"/>
      </a:accent3>
      <a:accent4>
        <a:srgbClr val="FE7300"/>
      </a:accent4>
      <a:accent5>
        <a:srgbClr val="00A602"/>
      </a:accent5>
      <a:accent6>
        <a:srgbClr val="0067DE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02_NXP_Template-Light+Dark_Mode_Confidential  -  Read-Only" id="{D449DF57-00E5-4F5B-86CD-8B22DD3CBACE}" vid="{5F5F4762-54FA-46B0-A9A4-B3B46AD63E7A}"/>
    </a:ext>
  </a:extLst>
</a:theme>
</file>

<file path=ppt/theme/theme5.xml><?xml version="1.0" encoding="utf-8"?>
<a:theme xmlns:a="http://schemas.openxmlformats.org/drawingml/2006/main" name="4_Office Theme">
  <a:themeElements>
    <a:clrScheme name="NXP Palette">
      <a:dk1>
        <a:srgbClr val="000000"/>
      </a:dk1>
      <a:lt1>
        <a:srgbClr val="FFFFFF"/>
      </a:lt1>
      <a:dk2>
        <a:srgbClr val="252525"/>
      </a:dk2>
      <a:lt2>
        <a:srgbClr val="F7F4F0"/>
      </a:lt2>
      <a:accent1>
        <a:srgbClr val="F8B500"/>
      </a:accent1>
      <a:accent2>
        <a:srgbClr val="69CA00"/>
      </a:accent2>
      <a:accent3>
        <a:srgbClr val="01B2D7"/>
      </a:accent3>
      <a:accent4>
        <a:srgbClr val="FE7300"/>
      </a:accent4>
      <a:accent5>
        <a:srgbClr val="00A602"/>
      </a:accent5>
      <a:accent6>
        <a:srgbClr val="0067DE"/>
      </a:accent6>
      <a:hlink>
        <a:srgbClr val="0563C1"/>
      </a:hlink>
      <a:folHlink>
        <a:srgbClr val="954F72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DE NXP Internal PowerPoint Template.pptx" id="{A97CC4B2-27AC-45D8-9F62-A34EA4CABF98}" vid="{A0EA627B-12A1-41E6-8671-555CF9B00707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997E672C0D9F4EAE4ED11496F2F3DF" ma:contentTypeVersion="13" ma:contentTypeDescription="Create a new document." ma:contentTypeScope="" ma:versionID="2ca77eeb40aa310b97fc52e6399d41a5">
  <xsd:schema xmlns:xsd="http://www.w3.org/2001/XMLSchema" xmlns:xs="http://www.w3.org/2001/XMLSchema" xmlns:p="http://schemas.microsoft.com/office/2006/metadata/properties" xmlns:ns2="7f4a8c34-4d7a-47f7-bd16-b26795848198" xmlns:ns3="b9dc34b2-dee6-446d-aa9a-dd4f3bc1541e" targetNamespace="http://schemas.microsoft.com/office/2006/metadata/properties" ma:root="true" ma:fieldsID="de3a147ebaa9ea42d9c1dd84eee6b724" ns2:_="" ns3:_="">
    <xsd:import namespace="7f4a8c34-4d7a-47f7-bd16-b26795848198"/>
    <xsd:import namespace="b9dc34b2-dee6-446d-aa9a-dd4f3bc154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4a8c34-4d7a-47f7-bd16-b267958481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ae9cabe-f4d8-44ae-a6f0-8d11cb15c1a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c34b2-dee6-446d-aa9a-dd4f3bc1541e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db74b3f-a2c3-4ddd-95c4-751475b2fe1c}" ma:internalName="TaxCatchAll" ma:showField="CatchAllData" ma:web="b9dc34b2-dee6-446d-aa9a-dd4f3bc154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f4a8c34-4d7a-47f7-bd16-b26795848198">
      <Terms xmlns="http://schemas.microsoft.com/office/infopath/2007/PartnerControls"/>
    </lcf76f155ced4ddcb4097134ff3c332f>
    <TaxCatchAll xmlns="b9dc34b2-dee6-446d-aa9a-dd4f3bc1541e" xsi:nil="true"/>
    <SharedWithUsers xmlns="b9dc34b2-dee6-446d-aa9a-dd4f3bc1541e">
      <UserInfo>
        <DisplayName>Birgit Ahlborn</DisplayName>
        <AccountId>28</AccountId>
        <AccountType/>
      </UserInfo>
      <UserInfo>
        <DisplayName>Melissa Dailey</DisplayName>
        <AccountId>70</AccountId>
        <AccountType/>
      </UserInfo>
      <UserInfo>
        <DisplayName>Jan Kiker</DisplayName>
        <AccountId>36</AccountId>
        <AccountType/>
      </UserInfo>
      <UserInfo>
        <DisplayName>Lindsey Strobel</DisplayName>
        <AccountId>148</AccountId>
        <AccountType/>
      </UserInfo>
      <UserInfo>
        <DisplayName>Ann-Kathrin Augustin</DisplayName>
        <AccountId>55</AccountId>
        <AccountType/>
      </UserInfo>
      <UserInfo>
        <DisplayName>Shelley McNamara</DisplayName>
        <AccountId>10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7B78E3B7-C7EB-4D3A-BB65-933A2D23009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6C9656D-D596-4005-AE15-C87A4D4D7F0F}">
  <ds:schemaRefs>
    <ds:schemaRef ds:uri="7f4a8c34-4d7a-47f7-bd16-b26795848198"/>
    <ds:schemaRef ds:uri="b9dc34b2-dee6-446d-aa9a-dd4f3bc1541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78521B7-5C3E-4019-920B-6CEAFC0DCCDB}">
  <ds:schemaRefs>
    <ds:schemaRef ds:uri="7f4a8c34-4d7a-47f7-bd16-b26795848198"/>
    <ds:schemaRef ds:uri="b9dc34b2-dee6-446d-aa9a-dd4f3bc1541e"/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0fe8613d-3e90-498a-94a6-17eae50508dd}" enabled="1" method="Privileged" siteId="{686ea1d3-bc2b-4c6f-a92c-d99c5c30163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02_NXP_Template-Light+Dark_Mode_Confidential</Template>
  <TotalTime>0</TotalTime>
  <Words>238</Words>
  <Application>Microsoft Office PowerPoint</Application>
  <PresentationFormat>Widescreen</PresentationFormat>
  <Paragraphs>89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Arial</vt:lpstr>
      <vt:lpstr>Poppins Light</vt:lpstr>
      <vt:lpstr>Poppins</vt:lpstr>
      <vt:lpstr>Poppins SemiBold</vt:lpstr>
      <vt:lpstr>Calibri</vt:lpstr>
      <vt:lpstr>Aptos</vt:lpstr>
      <vt:lpstr>Office Theme</vt:lpstr>
      <vt:lpstr>1_Office Theme</vt:lpstr>
      <vt:lpstr>2_Office Theme</vt:lpstr>
      <vt:lpstr>3_Office Theme</vt:lpstr>
      <vt:lpstr>4_Office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Julie Athanassiadis</dc:creator>
  <cp:lastModifiedBy>Qian Zhang</cp:lastModifiedBy>
  <cp:revision>2</cp:revision>
  <dcterms:created xsi:type="dcterms:W3CDTF">2024-03-08T07:26:31Z</dcterms:created>
  <dcterms:modified xsi:type="dcterms:W3CDTF">2026-08-27T07:39:44Z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0x010100A9997E672C0D9F4EAE4ED11496F2F3DF</vt:lpwstr>
  </property>
  <property fmtid="{D5CDD505-2E9C-101B-9397-08002B2CF9AE}" pid="3" name="ClassificationContentMarkingFooterLocations">
    <vt:lpwstr>Office Theme:5\1_Office Theme:3\2_Office Theme:3\3_Office Theme:5\4_Office Theme:5</vt:lpwstr>
  </property>
  <property fmtid="{D5CDD505-2E9C-101B-9397-08002B2CF9AE}" pid="4" name="ClassificationContentMarkingFooterText">
    <vt:lpwstr>NXP Internal</vt:lpwstr>
  </property>
</Properties>
</file>