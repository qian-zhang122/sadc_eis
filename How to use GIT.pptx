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  <p:sldMasterId id="2147483660" r:id="rId5"/>
    <p:sldMasterId id="2147483670" r:id="rId6"/>
    <p:sldMasterId id="2147483673" r:id="rId7"/>
    <p:sldMasterId id="2147483709" r:id="rId8"/>
  </p:sldMasterIdLst>
  <p:notesMasterIdLst>
    <p:notesMasterId r:id="rId14"/>
  </p:notesMasterIdLst>
  <p:handoutMasterIdLst>
    <p:handoutMasterId r:id="rId15"/>
  </p:handoutMasterIdLst>
  <p:sldIdLst>
    <p:sldId id="277" r:id="rId9"/>
    <p:sldId id="353" r:id="rId10"/>
    <p:sldId id="352" r:id="rId11"/>
    <p:sldId id="354" r:id="rId12"/>
    <p:sldId id="308" r:id="rId13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italic r:id="rId21"/>
    </p:embeddedFont>
    <p:embeddedFont>
      <p:font typeface="Poppins SemiBold" panose="000007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ght mode | title slide" id="{CB665287-4BB3-4A84-84F1-3473CE2B3AEC}">
          <p14:sldIdLst>
            <p14:sldId id="277"/>
            <p14:sldId id="353"/>
            <p14:sldId id="352"/>
            <p14:sldId id="354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BFBFB"/>
    <a:srgbClr val="F7F4F0"/>
    <a:srgbClr val="EAEAEA"/>
    <a:srgbClr val="E9E9E9"/>
    <a:srgbClr val="C8C8C8"/>
    <a:srgbClr val="F7F7F7"/>
    <a:srgbClr val="000000"/>
    <a:srgbClr val="FFFFFF"/>
    <a:srgbClr val="69C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B2B26-377C-4D85-883E-F7F70973EAB9}" v="11" dt="2026-08-27T06:50:13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27" autoAdjust="0"/>
  </p:normalViewPr>
  <p:slideViewPr>
    <p:cSldViewPr snapToGrid="0">
      <p:cViewPr varScale="1">
        <p:scale>
          <a:sx n="122" d="100"/>
          <a:sy n="122" d="100"/>
        </p:scale>
        <p:origin x="102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font" Target="fonts/font9.fntdata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 Zhang" userId="db96febe-195b-47dc-bbda-2c1f6f2b7381" providerId="ADAL" clId="{5CF5A30F-3D71-4F4D-9896-54FCAB543FEF}"/>
    <pc:docChg chg="undo custSel mod addSld delSld modSld modMainMaster modSection">
      <pc:chgData name="Qian Zhang" userId="db96febe-195b-47dc-bbda-2c1f6f2b7381" providerId="ADAL" clId="{5CF5A30F-3D71-4F4D-9896-54FCAB543FEF}" dt="2026-08-27T07:00:16.697" v="285" actId="478"/>
      <pc:docMkLst>
        <pc:docMk/>
      </pc:docMkLst>
      <pc:sldChg chg="modSp mod">
        <pc:chgData name="Qian Zhang" userId="db96febe-195b-47dc-bbda-2c1f6f2b7381" providerId="ADAL" clId="{5CF5A30F-3D71-4F4D-9896-54FCAB543FEF}" dt="2026-08-27T06:39:46.518" v="136" actId="20577"/>
        <pc:sldMkLst>
          <pc:docMk/>
          <pc:sldMk cId="4085176220" sldId="277"/>
        </pc:sldMkLst>
        <pc:spChg chg="mod">
          <ac:chgData name="Qian Zhang" userId="db96febe-195b-47dc-bbda-2c1f6f2b7381" providerId="ADAL" clId="{5CF5A30F-3D71-4F4D-9896-54FCAB543FEF}" dt="2026-08-27T06:39:46.518" v="136" actId="20577"/>
          <ac:spMkLst>
            <pc:docMk/>
            <pc:sldMk cId="4085176220" sldId="277"/>
            <ac:spMk id="5" creationId="{5D292A47-F839-9230-A2DC-53AE9BCE496C}"/>
          </ac:spMkLst>
        </pc:spChg>
      </pc:sldChg>
      <pc:sldChg chg="addSp delSp modSp mod">
        <pc:chgData name="Qian Zhang" userId="db96febe-195b-47dc-bbda-2c1f6f2b7381" providerId="ADAL" clId="{5CF5A30F-3D71-4F4D-9896-54FCAB543FEF}" dt="2026-08-27T06:52:06.472" v="274" actId="1076"/>
        <pc:sldMkLst>
          <pc:docMk/>
          <pc:sldMk cId="2992689448" sldId="352"/>
        </pc:sldMkLst>
        <pc:spChg chg="mod">
          <ac:chgData name="Qian Zhang" userId="db96febe-195b-47dc-bbda-2c1f6f2b7381" providerId="ADAL" clId="{5CF5A30F-3D71-4F4D-9896-54FCAB543FEF}" dt="2026-08-27T06:47:14.843" v="244" actId="20577"/>
          <ac:spMkLst>
            <pc:docMk/>
            <pc:sldMk cId="2992689448" sldId="352"/>
            <ac:spMk id="2" creationId="{A793017F-72F1-AAFE-836D-D28A949BDB67}"/>
          </ac:spMkLst>
        </pc:spChg>
        <pc:spChg chg="del mod">
          <ac:chgData name="Qian Zhang" userId="db96febe-195b-47dc-bbda-2c1f6f2b7381" providerId="ADAL" clId="{5CF5A30F-3D71-4F4D-9896-54FCAB543FEF}" dt="2026-08-27T06:48:24.415" v="253" actId="478"/>
          <ac:spMkLst>
            <pc:docMk/>
            <pc:sldMk cId="2992689448" sldId="352"/>
            <ac:spMk id="3" creationId="{88205887-144A-8579-67A2-1EEC22B1FC9E}"/>
          </ac:spMkLst>
        </pc:spChg>
        <pc:spChg chg="add mod">
          <ac:chgData name="Qian Zhang" userId="db96febe-195b-47dc-bbda-2c1f6f2b7381" providerId="ADAL" clId="{5CF5A30F-3D71-4F4D-9896-54FCAB543FEF}" dt="2026-08-27T06:50:08.546" v="264" actId="164"/>
          <ac:spMkLst>
            <pc:docMk/>
            <pc:sldMk cId="2992689448" sldId="352"/>
            <ac:spMk id="9" creationId="{ABD011E8-14CD-F5BE-2CF5-19C8B551A01D}"/>
          </ac:spMkLst>
        </pc:spChg>
        <pc:spChg chg="add mod">
          <ac:chgData name="Qian Zhang" userId="db96febe-195b-47dc-bbda-2c1f6f2b7381" providerId="ADAL" clId="{5CF5A30F-3D71-4F4D-9896-54FCAB543FEF}" dt="2026-08-27T06:50:08.546" v="264" actId="164"/>
          <ac:spMkLst>
            <pc:docMk/>
            <pc:sldMk cId="2992689448" sldId="352"/>
            <ac:spMk id="11" creationId="{79F0E699-C356-A5BE-40BE-ED6AACD6E680}"/>
          </ac:spMkLst>
        </pc:spChg>
        <pc:spChg chg="add mod">
          <ac:chgData name="Qian Zhang" userId="db96febe-195b-47dc-bbda-2c1f6f2b7381" providerId="ADAL" clId="{5CF5A30F-3D71-4F4D-9896-54FCAB543FEF}" dt="2026-08-27T06:50:13.452" v="266" actId="164"/>
          <ac:spMkLst>
            <pc:docMk/>
            <pc:sldMk cId="2992689448" sldId="352"/>
            <ac:spMk id="15" creationId="{B5F8A27F-05F4-A3CF-F36F-8617D7E0690F}"/>
          </ac:spMkLst>
        </pc:spChg>
        <pc:spChg chg="add mod">
          <ac:chgData name="Qian Zhang" userId="db96febe-195b-47dc-bbda-2c1f6f2b7381" providerId="ADAL" clId="{5CF5A30F-3D71-4F4D-9896-54FCAB543FEF}" dt="2026-08-27T06:52:06.472" v="274" actId="1076"/>
          <ac:spMkLst>
            <pc:docMk/>
            <pc:sldMk cId="2992689448" sldId="352"/>
            <ac:spMk id="21" creationId="{BEED0580-5221-BEAD-DDBB-41879BE0F1AC}"/>
          </ac:spMkLst>
        </pc:spChg>
        <pc:grpChg chg="add mod">
          <ac:chgData name="Qian Zhang" userId="db96febe-195b-47dc-bbda-2c1f6f2b7381" providerId="ADAL" clId="{5CF5A30F-3D71-4F4D-9896-54FCAB543FEF}" dt="2026-08-27T06:50:28.708" v="268" actId="1076"/>
          <ac:grpSpMkLst>
            <pc:docMk/>
            <pc:sldMk cId="2992689448" sldId="352"/>
            <ac:grpSpMk id="16" creationId="{3952F435-F9C1-FB68-BE52-DEF9CC4B12A0}"/>
          </ac:grpSpMkLst>
        </pc:grpChg>
        <pc:grpChg chg="add mod">
          <ac:chgData name="Qian Zhang" userId="db96febe-195b-47dc-bbda-2c1f6f2b7381" providerId="ADAL" clId="{5CF5A30F-3D71-4F4D-9896-54FCAB543FEF}" dt="2026-08-27T06:50:32.771" v="269" actId="1076"/>
          <ac:grpSpMkLst>
            <pc:docMk/>
            <pc:sldMk cId="2992689448" sldId="352"/>
            <ac:grpSpMk id="17" creationId="{05FE64A3-81D1-E9D3-5EC9-21535D92437C}"/>
          </ac:grpSpMkLst>
        </pc:grpChg>
        <pc:picChg chg="del">
          <ac:chgData name="Qian Zhang" userId="db96febe-195b-47dc-bbda-2c1f6f2b7381" providerId="ADAL" clId="{5CF5A30F-3D71-4F4D-9896-54FCAB543FEF}" dt="2026-08-27T06:46:54.724" v="227" actId="478"/>
          <ac:picMkLst>
            <pc:docMk/>
            <pc:sldMk cId="2992689448" sldId="352"/>
            <ac:picMk id="6" creationId="{35C17D60-4F1E-021B-F1F7-844688E54AE3}"/>
          </ac:picMkLst>
        </pc:picChg>
        <pc:picChg chg="add mod modCrop">
          <ac:chgData name="Qian Zhang" userId="db96febe-195b-47dc-bbda-2c1f6f2b7381" providerId="ADAL" clId="{5CF5A30F-3D71-4F4D-9896-54FCAB543FEF}" dt="2026-08-27T06:50:08.546" v="264" actId="164"/>
          <ac:picMkLst>
            <pc:docMk/>
            <pc:sldMk cId="2992689448" sldId="352"/>
            <ac:picMk id="7" creationId="{57DE49FD-B71C-F17A-A935-096315685DE0}"/>
          </ac:picMkLst>
        </pc:picChg>
        <pc:picChg chg="add mod">
          <ac:chgData name="Qian Zhang" userId="db96febe-195b-47dc-bbda-2c1f6f2b7381" providerId="ADAL" clId="{5CF5A30F-3D71-4F4D-9896-54FCAB543FEF}" dt="2026-08-27T06:50:13.452" v="266" actId="164"/>
          <ac:picMkLst>
            <pc:docMk/>
            <pc:sldMk cId="2992689448" sldId="352"/>
            <ac:picMk id="13" creationId="{3857FACA-2B0F-2A2B-D21E-89A1FD14FEEF}"/>
          </ac:picMkLst>
        </pc:picChg>
        <pc:picChg chg="add mod">
          <ac:chgData name="Qian Zhang" userId="db96febe-195b-47dc-bbda-2c1f6f2b7381" providerId="ADAL" clId="{5CF5A30F-3D71-4F4D-9896-54FCAB543FEF}" dt="2026-08-27T06:51:47.668" v="271" actId="1076"/>
          <ac:picMkLst>
            <pc:docMk/>
            <pc:sldMk cId="2992689448" sldId="352"/>
            <ac:picMk id="19" creationId="{64C0EAD7-F026-0EA2-5502-133195FCE132}"/>
          </ac:picMkLst>
        </pc:picChg>
      </pc:sldChg>
      <pc:sldChg chg="addSp delSp modSp mod">
        <pc:chgData name="Qian Zhang" userId="db96febe-195b-47dc-bbda-2c1f6f2b7381" providerId="ADAL" clId="{5CF5A30F-3D71-4F4D-9896-54FCAB543FEF}" dt="2026-08-27T07:00:16.697" v="285" actId="478"/>
        <pc:sldMkLst>
          <pc:docMk/>
          <pc:sldMk cId="1541999022" sldId="353"/>
        </pc:sldMkLst>
        <pc:spChg chg="mod">
          <ac:chgData name="Qian Zhang" userId="db96febe-195b-47dc-bbda-2c1f6f2b7381" providerId="ADAL" clId="{5CF5A30F-3D71-4F4D-9896-54FCAB543FEF}" dt="2026-08-27T06:40:01.562" v="156" actId="20577"/>
          <ac:spMkLst>
            <pc:docMk/>
            <pc:sldMk cId="1541999022" sldId="353"/>
            <ac:spMk id="2" creationId="{3C5BF92A-0D43-706C-6FBA-74763B384E04}"/>
          </ac:spMkLst>
        </pc:spChg>
        <pc:spChg chg="add mod">
          <ac:chgData name="Qian Zhang" userId="db96febe-195b-47dc-bbda-2c1f6f2b7381" providerId="ADAL" clId="{5CF5A30F-3D71-4F4D-9896-54FCAB543FEF}" dt="2026-08-27T06:45:46.055" v="216" actId="1076"/>
          <ac:spMkLst>
            <pc:docMk/>
            <pc:sldMk cId="1541999022" sldId="353"/>
            <ac:spMk id="4" creationId="{46589ADB-C544-5B06-6A30-A6A9129B0A90}"/>
          </ac:spMkLst>
        </pc:spChg>
        <pc:spChg chg="add mod">
          <ac:chgData name="Qian Zhang" userId="db96febe-195b-47dc-bbda-2c1f6f2b7381" providerId="ADAL" clId="{5CF5A30F-3D71-4F4D-9896-54FCAB543FEF}" dt="2026-08-27T06:48:33.717" v="254" actId="17032"/>
          <ac:spMkLst>
            <pc:docMk/>
            <pc:sldMk cId="1541999022" sldId="353"/>
            <ac:spMk id="7" creationId="{BD3DDB10-081D-68E3-FCA3-A8B8A4650D6B}"/>
          </ac:spMkLst>
        </pc:spChg>
        <pc:spChg chg="add mod">
          <ac:chgData name="Qian Zhang" userId="db96febe-195b-47dc-bbda-2c1f6f2b7381" providerId="ADAL" clId="{5CF5A30F-3D71-4F4D-9896-54FCAB543FEF}" dt="2026-08-27T06:45:38.629" v="214" actId="164"/>
          <ac:spMkLst>
            <pc:docMk/>
            <pc:sldMk cId="1541999022" sldId="353"/>
            <ac:spMk id="9" creationId="{A23FFCE1-2C8E-BF5A-540D-1FA38A243499}"/>
          </ac:spMkLst>
        </pc:spChg>
        <pc:spChg chg="add mod">
          <ac:chgData name="Qian Zhang" userId="db96febe-195b-47dc-bbda-2c1f6f2b7381" providerId="ADAL" clId="{5CF5A30F-3D71-4F4D-9896-54FCAB543FEF}" dt="2026-08-27T06:44:55" v="205" actId="164"/>
          <ac:spMkLst>
            <pc:docMk/>
            <pc:sldMk cId="1541999022" sldId="353"/>
            <ac:spMk id="13" creationId="{BC2BEEC6-15C8-1908-C21C-1C73F9266052}"/>
          </ac:spMkLst>
        </pc:spChg>
        <pc:spChg chg="add mod">
          <ac:chgData name="Qian Zhang" userId="db96febe-195b-47dc-bbda-2c1f6f2b7381" providerId="ADAL" clId="{5CF5A30F-3D71-4F4D-9896-54FCAB543FEF}" dt="2026-08-27T06:45:05.451" v="207" actId="164"/>
          <ac:spMkLst>
            <pc:docMk/>
            <pc:sldMk cId="1541999022" sldId="353"/>
            <ac:spMk id="17" creationId="{3693B73C-FFF3-E647-2E76-6708725E9EAB}"/>
          </ac:spMkLst>
        </pc:spChg>
        <pc:spChg chg="add mod">
          <ac:chgData name="Qian Zhang" userId="db96febe-195b-47dc-bbda-2c1f6f2b7381" providerId="ADAL" clId="{5CF5A30F-3D71-4F4D-9896-54FCAB543FEF}" dt="2026-08-27T06:45:26.664" v="212" actId="20577"/>
          <ac:spMkLst>
            <pc:docMk/>
            <pc:sldMk cId="1541999022" sldId="353"/>
            <ac:spMk id="23" creationId="{440D6C74-0277-2757-D3CE-B28377F8E10F}"/>
          </ac:spMkLst>
        </pc:spChg>
        <pc:spChg chg="add mod">
          <ac:chgData name="Qian Zhang" userId="db96febe-195b-47dc-bbda-2c1f6f2b7381" providerId="ADAL" clId="{5CF5A30F-3D71-4F4D-9896-54FCAB543FEF}" dt="2026-08-27T06:46:41.986" v="226" actId="20577"/>
          <ac:spMkLst>
            <pc:docMk/>
            <pc:sldMk cId="1541999022" sldId="353"/>
            <ac:spMk id="28" creationId="{142795E0-2A61-624E-9610-743F1B7FB4B9}"/>
          </ac:spMkLst>
        </pc:spChg>
        <pc:spChg chg="add mod">
          <ac:chgData name="Qian Zhang" userId="db96febe-195b-47dc-bbda-2c1f6f2b7381" providerId="ADAL" clId="{5CF5A30F-3D71-4F4D-9896-54FCAB543FEF}" dt="2026-08-27T07:00:03.921" v="280" actId="1076"/>
          <ac:spMkLst>
            <pc:docMk/>
            <pc:sldMk cId="1541999022" sldId="353"/>
            <ac:spMk id="30" creationId="{23CBE447-9EE1-80F7-9792-AA3269CA93EC}"/>
          </ac:spMkLst>
        </pc:spChg>
        <pc:spChg chg="add mod">
          <ac:chgData name="Qian Zhang" userId="db96febe-195b-47dc-bbda-2c1f6f2b7381" providerId="ADAL" clId="{5CF5A30F-3D71-4F4D-9896-54FCAB543FEF}" dt="2026-08-27T07:00:08.041" v="282" actId="1076"/>
          <ac:spMkLst>
            <pc:docMk/>
            <pc:sldMk cId="1541999022" sldId="353"/>
            <ac:spMk id="32" creationId="{22FFCA90-6913-A5BB-4334-64CE7E5662D0}"/>
          </ac:spMkLst>
        </pc:spChg>
        <pc:spChg chg="add del mod">
          <ac:chgData name="Qian Zhang" userId="db96febe-195b-47dc-bbda-2c1f6f2b7381" providerId="ADAL" clId="{5CF5A30F-3D71-4F4D-9896-54FCAB543FEF}" dt="2026-08-27T07:00:16.697" v="285" actId="478"/>
          <ac:spMkLst>
            <pc:docMk/>
            <pc:sldMk cId="1541999022" sldId="353"/>
            <ac:spMk id="34" creationId="{81D58D60-4DCC-CDD5-6A98-BA3F16D33665}"/>
          </ac:spMkLst>
        </pc:spChg>
        <pc:grpChg chg="add mod">
          <ac:chgData name="Qian Zhang" userId="db96febe-195b-47dc-bbda-2c1f6f2b7381" providerId="ADAL" clId="{5CF5A30F-3D71-4F4D-9896-54FCAB543FEF}" dt="2026-08-27T06:45:01.815" v="206" actId="1076"/>
          <ac:grpSpMkLst>
            <pc:docMk/>
            <pc:sldMk cId="1541999022" sldId="353"/>
            <ac:grpSpMk id="20" creationId="{A6F98F34-4A7C-CC50-C05D-3FDC12915EE4}"/>
          </ac:grpSpMkLst>
        </pc:grpChg>
        <pc:grpChg chg="add mod">
          <ac:chgData name="Qian Zhang" userId="db96febe-195b-47dc-bbda-2c1f6f2b7381" providerId="ADAL" clId="{5CF5A30F-3D71-4F4D-9896-54FCAB543FEF}" dt="2026-08-27T06:45:16.187" v="208" actId="1076"/>
          <ac:grpSpMkLst>
            <pc:docMk/>
            <pc:sldMk cId="1541999022" sldId="353"/>
            <ac:grpSpMk id="21" creationId="{1E5E1AD8-ED48-95A7-98E2-234D65B15D4F}"/>
          </ac:grpSpMkLst>
        </pc:grpChg>
        <pc:grpChg chg="add mod">
          <ac:chgData name="Qian Zhang" userId="db96febe-195b-47dc-bbda-2c1f6f2b7381" providerId="ADAL" clId="{5CF5A30F-3D71-4F4D-9896-54FCAB543FEF}" dt="2026-08-27T06:45:41.704" v="215" actId="1076"/>
          <ac:grpSpMkLst>
            <pc:docMk/>
            <pc:sldMk cId="1541999022" sldId="353"/>
            <ac:grpSpMk id="24" creationId="{2B02BFC4-C056-662A-0D42-79F30E1DB963}"/>
          </ac:grpSpMkLst>
        </pc:grpChg>
        <pc:picChg chg="add mod">
          <ac:chgData name="Qian Zhang" userId="db96febe-195b-47dc-bbda-2c1f6f2b7381" providerId="ADAL" clId="{5CF5A30F-3D71-4F4D-9896-54FCAB543FEF}" dt="2026-08-27T06:46:06.045" v="220" actId="1440"/>
          <ac:picMkLst>
            <pc:docMk/>
            <pc:sldMk cId="1541999022" sldId="353"/>
            <ac:picMk id="6" creationId="{E159E15C-E65C-F836-967A-6CF2414B0B59}"/>
          </ac:picMkLst>
        </pc:picChg>
        <pc:picChg chg="add mod">
          <ac:chgData name="Qian Zhang" userId="db96febe-195b-47dc-bbda-2c1f6f2b7381" providerId="ADAL" clId="{5CF5A30F-3D71-4F4D-9896-54FCAB543FEF}" dt="2026-08-27T06:45:54.863" v="217" actId="1440"/>
          <ac:picMkLst>
            <pc:docMk/>
            <pc:sldMk cId="1541999022" sldId="353"/>
            <ac:picMk id="11" creationId="{9015C31F-935E-C973-865C-9DB5F82359F1}"/>
          </ac:picMkLst>
        </pc:picChg>
        <pc:picChg chg="add mod">
          <ac:chgData name="Qian Zhang" userId="db96febe-195b-47dc-bbda-2c1f6f2b7381" providerId="ADAL" clId="{5CF5A30F-3D71-4F4D-9896-54FCAB543FEF}" dt="2026-08-27T06:45:58.978" v="218" actId="1440"/>
          <ac:picMkLst>
            <pc:docMk/>
            <pc:sldMk cId="1541999022" sldId="353"/>
            <ac:picMk id="15" creationId="{BBADE891-63B6-57CD-BAA9-A3233F8820F7}"/>
          </ac:picMkLst>
        </pc:picChg>
        <pc:picChg chg="add mod">
          <ac:chgData name="Qian Zhang" userId="db96febe-195b-47dc-bbda-2c1f6f2b7381" providerId="ADAL" clId="{5CF5A30F-3D71-4F4D-9896-54FCAB543FEF}" dt="2026-08-27T06:46:02.842" v="219" actId="1440"/>
          <ac:picMkLst>
            <pc:docMk/>
            <pc:sldMk cId="1541999022" sldId="353"/>
            <ac:picMk id="19" creationId="{3E5B8A75-9877-665B-F5D4-CDA44A3A2ABF}"/>
          </ac:picMkLst>
        </pc:picChg>
        <pc:picChg chg="add mod">
          <ac:chgData name="Qian Zhang" userId="db96febe-195b-47dc-bbda-2c1f6f2b7381" providerId="ADAL" clId="{5CF5A30F-3D71-4F4D-9896-54FCAB543FEF}" dt="2026-08-27T06:46:33.684" v="223" actId="14100"/>
          <ac:picMkLst>
            <pc:docMk/>
            <pc:sldMk cId="1541999022" sldId="353"/>
            <ac:picMk id="26" creationId="{4522AEFE-BB72-D198-0E47-9D4DFC35D7A5}"/>
          </ac:picMkLst>
        </pc:picChg>
      </pc:sldChg>
      <pc:sldChg chg="delSp mod">
        <pc:chgData name="Qian Zhang" userId="db96febe-195b-47dc-bbda-2c1f6f2b7381" providerId="ADAL" clId="{5CF5A30F-3D71-4F4D-9896-54FCAB543FEF}" dt="2026-08-27T06:52:49.891" v="278" actId="478"/>
        <pc:sldMkLst>
          <pc:docMk/>
          <pc:sldMk cId="3062767052" sldId="354"/>
        </pc:sldMkLst>
        <pc:spChg chg="del">
          <ac:chgData name="Qian Zhang" userId="db96febe-195b-47dc-bbda-2c1f6f2b7381" providerId="ADAL" clId="{5CF5A30F-3D71-4F4D-9896-54FCAB543FEF}" dt="2026-08-27T06:52:47.542" v="276" actId="478"/>
          <ac:spMkLst>
            <pc:docMk/>
            <pc:sldMk cId="3062767052" sldId="354"/>
            <ac:spMk id="9" creationId="{46DED23B-CC77-26B3-9643-BACB4285219E}"/>
          </ac:spMkLst>
        </pc:spChg>
        <pc:spChg chg="del">
          <ac:chgData name="Qian Zhang" userId="db96febe-195b-47dc-bbda-2c1f6f2b7381" providerId="ADAL" clId="{5CF5A30F-3D71-4F4D-9896-54FCAB543FEF}" dt="2026-08-27T06:52:49.891" v="278" actId="478"/>
          <ac:spMkLst>
            <pc:docMk/>
            <pc:sldMk cId="3062767052" sldId="354"/>
            <ac:spMk id="10" creationId="{F810D875-1C37-0C55-BCC8-2550EF241BB4}"/>
          </ac:spMkLst>
        </pc:spChg>
        <pc:picChg chg="del">
          <ac:chgData name="Qian Zhang" userId="db96febe-195b-47dc-bbda-2c1f6f2b7381" providerId="ADAL" clId="{5CF5A30F-3D71-4F4D-9896-54FCAB543FEF}" dt="2026-08-27T06:52:46.655" v="275" actId="478"/>
          <ac:picMkLst>
            <pc:docMk/>
            <pc:sldMk cId="3062767052" sldId="354"/>
            <ac:picMk id="6" creationId="{A448349D-3787-D8C9-BD7F-41667014F23B}"/>
          </ac:picMkLst>
        </pc:picChg>
        <pc:picChg chg="del">
          <ac:chgData name="Qian Zhang" userId="db96febe-195b-47dc-bbda-2c1f6f2b7381" providerId="ADAL" clId="{5CF5A30F-3D71-4F4D-9896-54FCAB543FEF}" dt="2026-08-27T06:52:48.162" v="277" actId="478"/>
          <ac:picMkLst>
            <pc:docMk/>
            <pc:sldMk cId="3062767052" sldId="354"/>
            <ac:picMk id="8" creationId="{74EEBA55-BA81-14D3-0C18-EB57F683860C}"/>
          </ac:picMkLst>
        </pc:picChg>
      </pc:sldChg>
      <pc:sldMasterChg chg="addSp mod">
        <pc:chgData name="Qian Zhang" userId="db96febe-195b-47dc-bbda-2c1f6f2b7381" providerId="ADAL" clId="{5CF5A30F-3D71-4F4D-9896-54FCAB543FEF}" dt="2026-08-27T06:39:42.714" v="121" actId="33475"/>
        <pc:sldMasterMkLst>
          <pc:docMk/>
          <pc:sldMasterMk cId="3886770927" sldId="2147483648"/>
        </pc:sldMasterMkLst>
        <pc:spChg chg="add">
          <ac:chgData name="Qian Zhang" userId="db96febe-195b-47dc-bbda-2c1f6f2b7381" providerId="ADAL" clId="{5CF5A30F-3D71-4F4D-9896-54FCAB543FEF}" dt="2026-08-27T06:39:42.714" v="121" actId="33475"/>
          <ac:spMkLst>
            <pc:docMk/>
            <pc:sldMasterMk cId="3886770927" sldId="2147483648"/>
            <ac:spMk id="5" creationId="{B2F5D6D3-8D6E-5157-EF3E-393258FA83EF}"/>
          </ac:spMkLst>
        </pc:spChg>
      </pc:sldMasterChg>
      <pc:sldMasterChg chg="addSp mod">
        <pc:chgData name="Qian Zhang" userId="db96febe-195b-47dc-bbda-2c1f6f2b7381" providerId="ADAL" clId="{5CF5A30F-3D71-4F4D-9896-54FCAB543FEF}" dt="2026-08-27T06:39:42.714" v="121" actId="33475"/>
        <pc:sldMasterMkLst>
          <pc:docMk/>
          <pc:sldMasterMk cId="1019538345" sldId="2147483660"/>
        </pc:sldMasterMkLst>
        <pc:spChg chg="add">
          <ac:chgData name="Qian Zhang" userId="db96febe-195b-47dc-bbda-2c1f6f2b7381" providerId="ADAL" clId="{5CF5A30F-3D71-4F4D-9896-54FCAB543FEF}" dt="2026-08-27T06:39:42.714" v="121" actId="33475"/>
          <ac:spMkLst>
            <pc:docMk/>
            <pc:sldMasterMk cId="1019538345" sldId="2147483660"/>
            <ac:spMk id="3" creationId="{C6273F35-EDCF-FCE6-9A5D-B4CC5B6F5EB9}"/>
          </ac:spMkLst>
        </pc:spChg>
      </pc:sldMasterChg>
      <pc:sldMasterChg chg="addSp mod">
        <pc:chgData name="Qian Zhang" userId="db96febe-195b-47dc-bbda-2c1f6f2b7381" providerId="ADAL" clId="{5CF5A30F-3D71-4F4D-9896-54FCAB543FEF}" dt="2026-08-27T06:39:42.714" v="121" actId="33475"/>
        <pc:sldMasterMkLst>
          <pc:docMk/>
          <pc:sldMasterMk cId="3900124351" sldId="2147483670"/>
        </pc:sldMasterMkLst>
        <pc:spChg chg="add">
          <ac:chgData name="Qian Zhang" userId="db96febe-195b-47dc-bbda-2c1f6f2b7381" providerId="ADAL" clId="{5CF5A30F-3D71-4F4D-9896-54FCAB543FEF}" dt="2026-08-27T06:39:42.714" v="121" actId="33475"/>
          <ac:spMkLst>
            <pc:docMk/>
            <pc:sldMasterMk cId="3900124351" sldId="2147483670"/>
            <ac:spMk id="3" creationId="{BDDC94DC-6ED2-4584-5520-6E2483B446D1}"/>
          </ac:spMkLst>
        </pc:spChg>
      </pc:sldMasterChg>
      <pc:sldMasterChg chg="addSp mod">
        <pc:chgData name="Qian Zhang" userId="db96febe-195b-47dc-bbda-2c1f6f2b7381" providerId="ADAL" clId="{5CF5A30F-3D71-4F4D-9896-54FCAB543FEF}" dt="2026-08-27T06:39:42.714" v="121" actId="33475"/>
        <pc:sldMasterMkLst>
          <pc:docMk/>
          <pc:sldMasterMk cId="898506524" sldId="2147483673"/>
        </pc:sldMasterMkLst>
        <pc:spChg chg="add">
          <ac:chgData name="Qian Zhang" userId="db96febe-195b-47dc-bbda-2c1f6f2b7381" providerId="ADAL" clId="{5CF5A30F-3D71-4F4D-9896-54FCAB543FEF}" dt="2026-08-27T06:39:42.714" v="121" actId="33475"/>
          <ac:spMkLst>
            <pc:docMk/>
            <pc:sldMasterMk cId="898506524" sldId="2147483673"/>
            <ac:spMk id="5" creationId="{9567E134-766D-9F46-2856-6324EF8FE451}"/>
          </ac:spMkLst>
        </pc:spChg>
      </pc:sldMasterChg>
      <pc:sldMasterChg chg="addSp mod">
        <pc:chgData name="Qian Zhang" userId="db96febe-195b-47dc-bbda-2c1f6f2b7381" providerId="ADAL" clId="{5CF5A30F-3D71-4F4D-9896-54FCAB543FEF}" dt="2026-08-27T06:39:42.714" v="121" actId="33475"/>
        <pc:sldMasterMkLst>
          <pc:docMk/>
          <pc:sldMasterMk cId="4155015058" sldId="2147483709"/>
        </pc:sldMasterMkLst>
        <pc:spChg chg="add">
          <ac:chgData name="Qian Zhang" userId="db96febe-195b-47dc-bbda-2c1f6f2b7381" providerId="ADAL" clId="{5CF5A30F-3D71-4F4D-9896-54FCAB543FEF}" dt="2026-08-27T06:39:42.714" v="121" actId="33475"/>
          <ac:spMkLst>
            <pc:docMk/>
            <pc:sldMasterMk cId="4155015058" sldId="2147483709"/>
            <ac:spMk id="5" creationId="{9FD1AA03-BD6C-F3B7-87DB-F5DBD2FF69A1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E02F7B83-40C4-0CC6-32A9-0CBD5CD1A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402" y="8700833"/>
            <a:ext cx="1735707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F589425-449D-4D80-B16A-0FCA3F0B391A}" type="datetime9">
              <a:rPr lang="en-US" sz="900" smtClean="0">
                <a:latin typeface="Poppins Light" panose="00000400000000000000" pitchFamily="2" charset="0"/>
                <a:cs typeface="Poppins Light" panose="00000400000000000000" pitchFamily="2" charset="0"/>
              </a:rPr>
              <a:pPr algn="l"/>
              <a:t>8/27/2026 2:39:28 PM</a:t>
            </a:fld>
            <a:endParaRPr lang="en-US" sz="9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F31D04-11DD-A567-1CE0-22313F186B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12054" y="8700833"/>
            <a:ext cx="3259874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sz="900">
                <a:latin typeface="Poppins Light" panose="00000400000000000000" pitchFamily="2" charset="0"/>
                <a:cs typeface="Poppins Light" panose="00000400000000000000" pitchFamily="2" charset="0"/>
              </a:rPr>
              <a:t>|  © NXP  |  Confidential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44DC7DF-5E71-C95A-68A7-7D0EEEA60F0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10024" y="8700833"/>
            <a:ext cx="416205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1A579D-3553-4F33-9067-7E7231905C3B}" type="slidenum"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D42022-CD4C-2B31-7033-BE65CC5F31B1}"/>
              </a:ext>
            </a:extLst>
          </p:cNvPr>
          <p:cNvGrpSpPr/>
          <p:nvPr/>
        </p:nvGrpSpPr>
        <p:grpSpPr>
          <a:xfrm>
            <a:off x="5936457" y="8705967"/>
            <a:ext cx="547861" cy="185337"/>
            <a:chOff x="532238" y="532263"/>
            <a:chExt cx="1522954" cy="5152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308769-5F22-5F62-3F1E-D4C54D321D02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2B8103-707D-7471-CF82-82247C499B2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3E3FD-AAAB-3A08-98D2-DF744BB8CA3D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801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118F7E-5CDC-0D0D-8A1F-979CEC795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402" y="8700833"/>
            <a:ext cx="1735707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F589425-449D-4D80-B16A-0FCA3F0B391A}" type="datetime9">
              <a:rPr lang="en-US" sz="900" smtClean="0">
                <a:latin typeface="Poppins Light" panose="00000400000000000000" pitchFamily="2" charset="0"/>
                <a:cs typeface="Poppins Light" panose="00000400000000000000" pitchFamily="2" charset="0"/>
              </a:rPr>
              <a:pPr algn="l"/>
              <a:t>8/27/2026 2:39:28 PM</a:t>
            </a:fld>
            <a:endParaRPr lang="en-US" sz="9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606DA34-9F7A-84F8-5163-E2C98D7C7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12054" y="8700833"/>
            <a:ext cx="3259874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sz="900">
                <a:latin typeface="Poppins Light" panose="00000400000000000000" pitchFamily="2" charset="0"/>
                <a:cs typeface="Poppins Light" panose="00000400000000000000" pitchFamily="2" charset="0"/>
              </a:rPr>
              <a:t>|  © NXP  |  Confidential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7CCF6B6-CD45-B791-1362-E2D172911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10024" y="8700833"/>
            <a:ext cx="416205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1A579D-3553-4F33-9067-7E7231905C3B}" type="slidenum"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A0B33B-913A-805D-B3BA-BEB9A3846A1E}"/>
              </a:ext>
            </a:extLst>
          </p:cNvPr>
          <p:cNvGrpSpPr/>
          <p:nvPr/>
        </p:nvGrpSpPr>
        <p:grpSpPr>
          <a:xfrm>
            <a:off x="5936457" y="8705967"/>
            <a:ext cx="547861" cy="185337"/>
            <a:chOff x="532238" y="532263"/>
            <a:chExt cx="1522954" cy="5152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D13B215-5B62-AE2A-C23A-A682BD720511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5F9349-CEF0-0583-3F11-0ABE2362580B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01CD4DC-CADC-2222-5553-DECDEF314F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45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nxp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324D27-FA25-A843-7A6A-F4333DACFF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BD806-5824-DF2E-D85C-C77098172B2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5" name="Picture 14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FC1E2EB0-39BB-329D-C174-57962ACE4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600"/>
              </a:spcBef>
              <a:buNone/>
              <a:defRPr sz="4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The presentation title goes 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B93D4E-5ABB-926A-96C4-704DAF949EAD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D517C21-C4A9-C71C-B814-3FF90FCC0F76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6D3BA7-FE9E-4992-BA10-9DA227D3D64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4A5B0D-838A-84DA-2755-40819DFA968D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9F5C6D4-75BA-5850-B004-417EC98AE42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343025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date and/or additional information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65C116-A164-FBC7-A913-45863BEBC20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 Heading or Speaker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E66E146-0522-8568-D667-CA6893BD6C6B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402768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8C5959-5865-DB24-5DF2-A323BD521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AE2CC-2722-CE00-BD8E-86618D21F4F6}"/>
              </a:ext>
            </a:extLst>
          </p:cNvPr>
          <p:cNvSpPr txBox="1"/>
          <p:nvPr userDrawn="1"/>
        </p:nvSpPr>
        <p:spPr>
          <a:xfrm>
            <a:off x="9272337" y="7186"/>
            <a:ext cx="291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err="1"/>
              <a:t>Readpoint</a:t>
            </a:r>
            <a:r>
              <a:rPr lang="fr-FR" b="1"/>
              <a:t>: </a:t>
            </a:r>
            <a:r>
              <a:rPr lang="fr-FR" b="1" err="1"/>
              <a:t>xxHrs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766170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846" userDrawn="1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819EC5A-EE8E-CF33-FC76-A674983428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47EC1-840D-45F0-6A62-5A92FBB0A54C}"/>
              </a:ext>
            </a:extLst>
          </p:cNvPr>
          <p:cNvSpPr txBox="1"/>
          <p:nvPr userDrawn="1"/>
        </p:nvSpPr>
        <p:spPr>
          <a:xfrm>
            <a:off x="9272337" y="7186"/>
            <a:ext cx="291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err="1"/>
              <a:t>Readpoint</a:t>
            </a:r>
            <a:r>
              <a:rPr lang="fr-FR" b="1"/>
              <a:t>: </a:t>
            </a:r>
            <a:r>
              <a:rPr lang="fr-FR" b="1" err="1"/>
              <a:t>xxHrs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96087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45A7E98-6614-5EF7-6D97-B253311B9F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D86BE-D2FE-FD27-565F-D3EA3E322845}"/>
              </a:ext>
            </a:extLst>
          </p:cNvPr>
          <p:cNvSpPr txBox="1"/>
          <p:nvPr userDrawn="1"/>
        </p:nvSpPr>
        <p:spPr>
          <a:xfrm>
            <a:off x="9272337" y="7186"/>
            <a:ext cx="291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err="1"/>
              <a:t>Readpoint</a:t>
            </a:r>
            <a:r>
              <a:rPr lang="fr-FR" b="1"/>
              <a:t>: </a:t>
            </a:r>
            <a:r>
              <a:rPr lang="fr-FR" b="1" err="1"/>
              <a:t>xxHrs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7978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ubtitle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30DB6E4-CB38-30B6-2449-15C930A80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3" y="1347311"/>
            <a:ext cx="11433175" cy="458517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1AE8ADE-B721-2E22-286C-97883A7A7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C8569-BB5C-2996-762D-68362C6D0633}"/>
              </a:ext>
            </a:extLst>
          </p:cNvPr>
          <p:cNvSpPr txBox="1"/>
          <p:nvPr userDrawn="1"/>
        </p:nvSpPr>
        <p:spPr>
          <a:xfrm>
            <a:off x="9272337" y="7186"/>
            <a:ext cx="291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err="1"/>
              <a:t>Readpoint</a:t>
            </a:r>
            <a:r>
              <a:rPr lang="fr-FR" b="1"/>
              <a:t>: </a:t>
            </a:r>
            <a:r>
              <a:rPr lang="fr-FR" b="1" err="1"/>
              <a:t>xxHrs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538716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6FA22-7724-8095-0281-7416B61BAB24}"/>
              </a:ext>
            </a:extLst>
          </p:cNvPr>
          <p:cNvSpPr txBox="1"/>
          <p:nvPr userDrawn="1"/>
        </p:nvSpPr>
        <p:spPr>
          <a:xfrm>
            <a:off x="9272337" y="7186"/>
            <a:ext cx="291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err="1"/>
              <a:t>Readpoint</a:t>
            </a:r>
            <a:r>
              <a:rPr lang="fr-FR" b="1"/>
              <a:t>: </a:t>
            </a:r>
            <a:r>
              <a:rPr lang="fr-FR" b="1" err="1"/>
              <a:t>xxHrs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412579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ainbow colored light beam&#10;&#10;Description automatically generated with medium confidence">
            <a:extLst>
              <a:ext uri="{FF2B5EF4-FFF2-40B4-BE49-F238E27FC236}">
                <a16:creationId xmlns:a16="http://schemas.microsoft.com/office/drawing/2014/main" id="{E168FC98-12DF-000E-B784-F1F1B6B80A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7815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1090766-593A-41BD-150F-DF3EB3E37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9286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57003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F16CA7E-5F81-BD99-AB9C-3AF5C6AB72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605036"/>
            <a:ext cx="2754312" cy="210857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2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500"/>
              <a:t>Slide title here over multiple lines if required</a:t>
            </a: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11943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57003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F16CA7E-5F81-BD99-AB9C-3AF5C6AB72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605036"/>
            <a:ext cx="2754312" cy="210857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2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500"/>
              <a:t>Slide title here over multiple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085673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</p:spTree>
    <p:extLst>
      <p:ext uri="{BB962C8B-B14F-4D97-AF65-F5344CB8AC3E}">
        <p14:creationId xmlns:p14="http://schemas.microsoft.com/office/powerpoint/2010/main" val="2386710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3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0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865E3DC-8E4D-AB63-6266-FFF57696D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678" y="1621808"/>
            <a:ext cx="5045786" cy="144143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8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4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7C975FB-FC57-4A92-0056-CF5868DBA7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A11957-6BBA-C157-6879-AD11888323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0094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42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15A71-8B40-A7F0-F2C3-4D2278FAFC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0094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38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err="1"/>
              <a:t>Clickt</a:t>
            </a:r>
            <a:r>
              <a:rPr lang="en-US"/>
              <a:t>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118501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err="1"/>
              <a:t>Clickt</a:t>
            </a:r>
            <a:r>
              <a:rPr lang="en-US"/>
              <a:t>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19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2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06055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542685-53FB-5B03-945A-645FDD1EFA29}"/>
              </a:ext>
            </a:extLst>
          </p:cNvPr>
          <p:cNvSpPr/>
          <p:nvPr userDrawn="1"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Picture 6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3A0527D4-59D4-D574-8647-A61BCE6955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5363602-CA6F-7436-1E79-27606BD5F0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2124261"/>
            <a:ext cx="5122863" cy="15922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Get in touch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9C19733-2A4B-787A-C51D-CC5B2E6EB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025" y="4685635"/>
            <a:ext cx="5062912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email@nxp.com</a:t>
            </a:r>
          </a:p>
          <a:p>
            <a:pPr lvl="0"/>
            <a:r>
              <a:rPr lang="en-GB"/>
              <a:t>+00 000 000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AEBE6D-C8A3-20B5-CFE2-B659BC61B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2" y="4184148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First name, last name</a:t>
            </a:r>
          </a:p>
        </p:txBody>
      </p: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324655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EF52CF9-C1D3-D1B1-90D9-1B4A5540CD39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76019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41EA1EAF-744E-C8A5-CB55-C790EBB013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0FACD63-E388-B5D1-F0B8-3433B5EC588C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CDF47C-C325-BB7F-C4C7-3D26C8895BA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662EDF-F39B-15A1-566D-412FDA49117E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D7E18CE-E236-624D-A553-0F4E7177EEC5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The presentation title goes here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343025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date and/or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 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272918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BF5021AB-880E-1011-61C4-EA7FBA2694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5363602-CA6F-7436-1E79-27606BD5F0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2124261"/>
            <a:ext cx="5122863" cy="15922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Get in touch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9C19733-2A4B-787A-C51D-CC5B2E6EB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024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email@nxp.com</a:t>
            </a:r>
          </a:p>
          <a:p>
            <a:pPr lvl="0"/>
            <a:r>
              <a:rPr lang="en-GB"/>
              <a:t>+00 000 000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AEBE6D-C8A3-20B5-CFE2-B659BC61B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1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First name, last name</a:t>
            </a:r>
          </a:p>
        </p:txBody>
      </p: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324655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40806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3474335-E24D-611F-21EE-2039A65E7F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Picture 6" descr="A rainbow colored light on a black background&#10;&#10;Description automatically generated">
            <a:extLst>
              <a:ext uri="{FF2B5EF4-FFF2-40B4-BE49-F238E27FC236}">
                <a16:creationId xmlns:a16="http://schemas.microsoft.com/office/drawing/2014/main" id="{8EA536F7-54BC-E9F2-92A5-FC665C7AE9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  <a:solidFill>
            <a:srgbClr val="FBFBFB"/>
          </a:solidFill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96112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EA7E6C8F-ABCB-4848-7479-54059AF2E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The presentation title goes 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D2CE05-2B7A-2A6D-CE31-035F6719001C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7EB5D1C-5DF3-9F74-142B-CC145DF147D2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4015667-7FE4-FAD5-026A-51080F473829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6D80192-47F3-8FEE-E9A6-B274C3FEF359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67DAD67-3C7B-47C0-1940-3189676793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3025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date and/or additional information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B2784-0F00-079E-EE86-B07335C99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 Heading or Speaker Name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B64C0A3-948A-FF84-5992-A9E0B7FF2298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140746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C6731B7B-DC34-C2F2-3D71-95330299B5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2124261"/>
            <a:ext cx="5122863" cy="15922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Get in touch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ACEE3A-76A6-9ACE-AE54-45F243D477A4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E3A6FE1-7250-DE78-79CE-8BFF04C02E7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FE300F4-55E5-30BC-05DB-148FD0E1147A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00781A-292C-56B2-94E2-776F7981F9DB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7AD5A3-AF5F-EEF4-422F-9DCA009EF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024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email@nxp.com</a:t>
            </a:r>
          </a:p>
          <a:p>
            <a:pPr lvl="0"/>
            <a:r>
              <a:rPr lang="en-GB"/>
              <a:t>+00 000 000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599173-A158-0263-B8E8-C1C587C0DF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1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5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First name, last name</a:t>
            </a:r>
          </a:p>
        </p:txBody>
      </p: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24655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3D22DCE-3F31-9943-1552-40C7DAF9335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28705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ght on a black background&#10;&#10;Description automatically generated">
            <a:extLst>
              <a:ext uri="{FF2B5EF4-FFF2-40B4-BE49-F238E27FC236}">
                <a16:creationId xmlns:a16="http://schemas.microsoft.com/office/drawing/2014/main" id="{6138C2CF-91D2-0748-6C3B-84C1290BA7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69CDB5-FBC0-C3CF-FE94-A48F7D29D6EE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3396788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45E1536-4825-AEB7-A904-72EDEBD2988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EBEA52-E809-FEA6-D819-A6A06CA3AC9F}"/>
                </a:ext>
              </a:extLst>
            </p:cNvPr>
            <p:cNvSpPr/>
            <p:nvPr userDrawn="1"/>
          </p:nvSpPr>
          <p:spPr>
            <a:xfrm>
              <a:off x="0" y="6292680"/>
              <a:ext cx="12192000" cy="565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pic>
          <p:nvPicPr>
            <p:cNvPr id="12" name="Picture 11" descr="A rainbow colored lines on a black background&#10;&#10;Description automatically generated">
              <a:extLst>
                <a:ext uri="{FF2B5EF4-FFF2-40B4-BE49-F238E27FC236}">
                  <a16:creationId xmlns:a16="http://schemas.microsoft.com/office/drawing/2014/main" id="{BC7CAFE0-C7F5-E77C-6A68-F66EAB79CE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The presentation title goes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42034C-F15A-2A02-4A39-51042F269BB9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89373AE-750D-A1B6-2308-E1BEB45A96F3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4E791BF-50AB-C21C-6A9D-368A0A10B5E6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488A0E6-AD6F-AFED-51CC-E9050A1A1611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1D72B1D-4E97-AC4B-B491-9D9730A908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3025" y="5223518"/>
            <a:ext cx="512286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date and/or additional information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1ECE29-AFFF-CA23-3A8F-BF94680B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12286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 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E45FD10-2D60-62C6-AFDD-078D30D67B48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4197010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ainbow colored light beam&#10;&#10;Description automatically generated with medium confidence">
            <a:extLst>
              <a:ext uri="{FF2B5EF4-FFF2-40B4-BE49-F238E27FC236}">
                <a16:creationId xmlns:a16="http://schemas.microsoft.com/office/drawing/2014/main" id="{A320503B-38E3-1598-72E7-3BDF3D1261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bg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7263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1090766-593A-41BD-150F-DF3EB3E37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9682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57003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2">
                    <a:lumMod val="25000"/>
                    <a:lumOff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2">
                    <a:lumMod val="25000"/>
                    <a:lumOff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2">
                    <a:lumMod val="25000"/>
                    <a:lumOff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2">
                  <a:lumMod val="25000"/>
                  <a:lumOff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F16CA7E-5F81-BD99-AB9C-3AF5C6AB72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605036"/>
            <a:ext cx="2754312" cy="210857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25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500"/>
              <a:t>Slide title here over multiple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06203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E25BE59-2594-CE1B-CFEF-5FC371F6EE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FC8685C-122D-9C61-B166-BBFC516B95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7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BDC8E2C-0856-5B5D-DA49-5624743BF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21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ubtitle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30DB6E4-CB38-30B6-2449-15C930A80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3" y="1347311"/>
            <a:ext cx="11433175" cy="458517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E66CECB-3551-AC5B-5E7E-8893C358EC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29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993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bg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</p:spTree>
    <p:extLst>
      <p:ext uri="{BB962C8B-B14F-4D97-AF65-F5344CB8AC3E}">
        <p14:creationId xmlns:p14="http://schemas.microsoft.com/office/powerpoint/2010/main" val="2524780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828A29AB-9972-396B-7C7B-B54A21446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F9FB758-CAF4-BD7B-29CA-4FC02D7587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7AB1B528-60D3-6969-2DD5-61CD1BA0966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503987" y="3522192"/>
            <a:ext cx="5040859" cy="20672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0AB589F0-C136-13D8-BB75-AB2258AD5A4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503987" y="5589451"/>
            <a:ext cx="5040859" cy="352675"/>
          </a:xfrm>
          <a:prstGeom prst="rect">
            <a:avLst/>
          </a:prstGeom>
        </p:spPr>
        <p:txBody>
          <a:bodyPr lIns="0" tIns="91440" rIns="0" bIns="0"/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Notes section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0FCC19-51EC-54AD-B2C9-994C0345E0A7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D29D4C1-2455-7FB5-9FA6-4C635E3A8654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52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77D54B-1DE8-082A-D3FA-CE98BD6436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2A60673-1797-B8DD-B887-8E698B0DBA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38B33AA-B3CB-2219-3C22-551C7F1779F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3150" y="3432254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2F84F0-CEC7-5A41-1226-17EE7DAE2F7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03150" y="5589451"/>
            <a:ext cx="5040859" cy="352675"/>
          </a:xfrm>
          <a:prstGeom prst="rect">
            <a:avLst/>
          </a:prstGeom>
        </p:spPr>
        <p:txBody>
          <a:bodyPr lIns="0" tIns="91440" rIns="0" bIns="0"/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Notes section</a:t>
            </a:r>
          </a:p>
        </p:txBody>
      </p:sp>
    </p:spTree>
    <p:extLst>
      <p:ext uri="{BB962C8B-B14F-4D97-AF65-F5344CB8AC3E}">
        <p14:creationId xmlns:p14="http://schemas.microsoft.com/office/powerpoint/2010/main" val="4051731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B837067-5B0C-A6D2-9E9F-2BA89098D2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EC58F4D-0BA4-15E5-6A1B-E7A8F5C4D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660FD00-CA2F-2B9C-3915-7292B9A854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DF8944DE-415F-0A9B-72C9-745BE4F2B18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3150" y="3432254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DFC7F10-8D1A-9A93-A714-C615426D0B9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03150" y="5589451"/>
            <a:ext cx="5040859" cy="352675"/>
          </a:xfrm>
          <a:prstGeom prst="rect">
            <a:avLst/>
          </a:prstGeom>
        </p:spPr>
        <p:txBody>
          <a:bodyPr lIns="0" tIns="91440" rIns="0" bIns="0"/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Notes section</a:t>
            </a:r>
          </a:p>
        </p:txBody>
      </p:sp>
    </p:spTree>
    <p:extLst>
      <p:ext uri="{BB962C8B-B14F-4D97-AF65-F5344CB8AC3E}">
        <p14:creationId xmlns:p14="http://schemas.microsoft.com/office/powerpoint/2010/main" val="340548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957A279-2B0A-A9CC-B2AB-4D0B93838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91CBB33-888A-414E-DD58-8C02F96AE6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4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3FE51B4-B435-6434-1A6B-999F1B73563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03150" y="5589451"/>
            <a:ext cx="5040859" cy="352675"/>
          </a:xfrm>
          <a:prstGeom prst="rect">
            <a:avLst/>
          </a:prstGeom>
        </p:spPr>
        <p:txBody>
          <a:bodyPr lIns="0" tIns="91440" rIns="0" bIns="0"/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Notes section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3EC993-E3C6-F587-A804-BB9A5C0E0A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3150" y="2960688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CD2EF45-E699-F4DC-F9B5-AC362ABA5E9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600094" y="2960688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4437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F8C46FE9-7C01-1D29-415A-A23A5000B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5C09813-AA98-8C0B-EF4A-E43CEE1C1D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980B70C-F306-0DA6-31E1-F392D130E5A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3150" y="2960688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99B0FFA-7D1E-9199-4524-FDAE4D18B42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600094" y="2960688"/>
            <a:ext cx="5040859" cy="2034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7DA608DC-7E3E-2418-EC6A-07EA12C8313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03150" y="5589451"/>
            <a:ext cx="5040859" cy="352675"/>
          </a:xfrm>
          <a:prstGeom prst="rect">
            <a:avLst/>
          </a:prstGeom>
        </p:spPr>
        <p:txBody>
          <a:bodyPr lIns="0" tIns="91440" rIns="0" bIns="0"/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Notes section</a:t>
            </a:r>
          </a:p>
        </p:txBody>
      </p:sp>
    </p:spTree>
    <p:extLst>
      <p:ext uri="{BB962C8B-B14F-4D97-AF65-F5344CB8AC3E}">
        <p14:creationId xmlns:p14="http://schemas.microsoft.com/office/powerpoint/2010/main" val="311271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err="1"/>
              <a:t>Clickt</a:t>
            </a:r>
            <a:r>
              <a:rPr lang="en-US"/>
              <a:t>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1586151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2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509483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0479EAA-17F6-21B8-BC04-AB5EEA1CE48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6D1F28-BB2C-E77C-CAE8-FD41B922CAD6}"/>
                </a:ext>
              </a:extLst>
            </p:cNvPr>
            <p:cNvSpPr/>
            <p:nvPr userDrawn="1"/>
          </p:nvSpPr>
          <p:spPr>
            <a:xfrm>
              <a:off x="0" y="6292680"/>
              <a:ext cx="12192000" cy="565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pic>
          <p:nvPicPr>
            <p:cNvPr id="15" name="Picture 14" descr="A rainbow colored lines on a black background&#10;&#10;Description automatically generated">
              <a:extLst>
                <a:ext uri="{FF2B5EF4-FFF2-40B4-BE49-F238E27FC236}">
                  <a16:creationId xmlns:a16="http://schemas.microsoft.com/office/drawing/2014/main" id="{A3198ED0-CC28-4B60-259F-594D0C1E0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2124261"/>
            <a:ext cx="5122863" cy="15922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420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Get in touch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ACEE3A-76A6-9ACE-AE54-45F243D477A4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E3A6FE1-7250-DE78-79CE-8BFF04C02E7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FE300F4-55E5-30BC-05DB-148FD0E1147A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00781A-292C-56B2-94E2-776F7981F9DB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7AD5A3-AF5F-EEF4-422F-9DCA009EF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024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email@nxp.com</a:t>
            </a:r>
          </a:p>
          <a:p>
            <a:pPr lvl="0"/>
            <a:r>
              <a:rPr lang="en-GB"/>
              <a:t>+00 000 000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599173-A158-0263-B8E8-C1C587C0DF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1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5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First name, last name</a:t>
            </a:r>
          </a:p>
        </p:txBody>
      </p:sp>
      <p:sp>
        <p:nvSpPr>
          <p:cNvPr id="12" name="Rectangle: Rounded Corners 11">
            <a:hlinkClick r:id="rId3" action="ppaction://hlinkfile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24655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56200A9-2499-772F-4166-CEC81EBFF8CA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717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324D27-FA25-A843-7A6A-F4333DACFF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BD806-5824-DF2E-D85C-C77098172B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5" name="Picture 14" descr="A rainbow colored lines on a black background&#10;&#10;Description automatically generated">
            <a:extLst>
              <a:ext uri="{FF2B5EF4-FFF2-40B4-BE49-F238E27FC236}">
                <a16:creationId xmlns:a16="http://schemas.microsoft.com/office/drawing/2014/main" id="{FC1E2EB0-39BB-329D-C174-57962ACE4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A28994-49B2-3EF5-8221-52CF2386D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3025" y="1616530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600"/>
              </a:spcBef>
              <a:buNone/>
              <a:defRPr sz="4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The presentation title goes 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B93D4E-5ABB-926A-96C4-704DAF949EAD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D517C21-C4A9-C71C-B814-3FF90FCC0F76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6D3BA7-FE9E-4992-BA10-9DA227D3D64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4A5B0D-838A-84DA-2755-40819DFA968D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 Light" panose="00000400000000000000" pitchFamily="2" charset="0"/>
              </a:endParaRPr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9F5C6D4-75BA-5850-B004-417EC98AE4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3025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date and/or additional information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65C116-A164-FBC7-A913-45863BEBC2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 Heading or Speaker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E66E146-0522-8568-D667-CA6893BD6C6B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NXP,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100487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8C5959-5865-DB24-5DF2-A323BD521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819EC5A-EE8E-CF33-FC76-A674983428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82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45A7E98-6614-5EF7-6D97-B253311B9F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5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Subtitle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39803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First line 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30DB6E4-CB38-30B6-2449-15C930A80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3" y="1347311"/>
            <a:ext cx="11433175" cy="458517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spcBef>
                <a:spcPts val="1000"/>
              </a:spcBef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spcBef>
                <a:spcPts val="10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spcBef>
                <a:spcPts val="10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spcBef>
                <a:spcPts val="10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1AE8ADE-B721-2E22-286C-97883A7A7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58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319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ainbow colored light beam&#10;&#10;Description automatically generated with medium confidence">
            <a:extLst>
              <a:ext uri="{FF2B5EF4-FFF2-40B4-BE49-F238E27FC236}">
                <a16:creationId xmlns:a16="http://schemas.microsoft.com/office/drawing/2014/main" id="{E168FC98-12DF-000E-B784-F1F1B6B8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198061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1090766-593A-41BD-150F-DF3EB3E37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353740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57003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F16CA7E-5F81-BD99-AB9C-3AF5C6AB72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605036"/>
            <a:ext cx="2754312" cy="210857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2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500"/>
              <a:t>Slide title here over multiple lines if required</a:t>
            </a: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745092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57003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5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F16CA7E-5F81-BD99-AB9C-3AF5C6AB72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605036"/>
            <a:ext cx="2754312" cy="210857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25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 sz="2500"/>
              <a:t>Slide title here over multiple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67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A0FE64-9AD2-D77C-B9D9-6126BA36B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8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8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0A6B16-B078-60E1-8C79-032E55E2A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Section divider header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</p:spTree>
    <p:extLst>
      <p:ext uri="{BB962C8B-B14F-4D97-AF65-F5344CB8AC3E}">
        <p14:creationId xmlns:p14="http://schemas.microsoft.com/office/powerpoint/2010/main" val="4246971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3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97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2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865E3DC-8E4D-AB63-6266-FFF57696D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678" y="1621808"/>
            <a:ext cx="5045786" cy="144143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8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4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7C975FB-FC57-4A92-0056-CF5868DBA7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A11957-6BBA-C157-6879-AD11888323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0094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64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1682706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two lines if required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15A71-8B40-A7F0-F2C3-4D2278FAFC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0094" y="2960688"/>
            <a:ext cx="5040860" cy="22670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3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err="1"/>
              <a:t>Clickt</a:t>
            </a:r>
            <a:r>
              <a:rPr lang="en-US"/>
              <a:t>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668038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 Light" panose="00000400000000000000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err="1"/>
              <a:t>Clickt</a:t>
            </a:r>
            <a:r>
              <a:rPr lang="en-US"/>
              <a:t>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 Light" panose="00000400000000000000" pitchFamily="2" charset="0"/>
                <a:cs typeface="Poppins Light" panose="00000400000000000000" pitchFamily="2" charset="0"/>
              </a:rPr>
              <a:t>Internal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31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9CF4FD7-0393-B5BD-CECA-77C211F2B9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2073" y="856309"/>
            <a:ext cx="5045786" cy="95275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here over </a:t>
            </a:r>
            <a:br>
              <a:rPr lang="en-GB"/>
            </a:br>
            <a:r>
              <a:rPr lang="en-GB"/>
              <a:t>two lines if required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24285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3AE5-559A-51AB-BE1F-BC15BA21C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0B2C6-1B2F-DD2E-78E5-8385087D7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13F05-DEDD-E81E-F93D-0F76C1F9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D8B3A-D951-41D7-A8C7-348531C15B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1835-129F-82AB-3772-E85E6FB4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92A9-9397-C33B-E45B-64A1D960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C255-B2F7-4316-AF6E-6CEECB5C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3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5D6D3-8D6E-5157-EF3E-393258FA83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388677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88" r:id="rId3"/>
    <p:sldLayoutId id="2147483687" r:id="rId4"/>
    <p:sldLayoutId id="2147483689" r:id="rId5"/>
    <p:sldLayoutId id="2147483686" r:id="rId6"/>
    <p:sldLayoutId id="2147483650" r:id="rId7"/>
    <p:sldLayoutId id="2147483701" r:id="rId8"/>
    <p:sldLayoutId id="2147483703" r:id="rId9"/>
    <p:sldLayoutId id="2147483705" r:id="rId10"/>
    <p:sldLayoutId id="2147483659" r:id="rId11"/>
    <p:sldLayoutId id="2147483658" r:id="rId12"/>
    <p:sldLayoutId id="2147483651" r:id="rId13"/>
    <p:sldLayoutId id="2147483652" r:id="rId14"/>
    <p:sldLayoutId id="2147483657" r:id="rId15"/>
    <p:sldLayoutId id="2147483653" r:id="rId16"/>
    <p:sldLayoutId id="2147483694" r:id="rId17"/>
    <p:sldLayoutId id="2147483708" r:id="rId18"/>
    <p:sldLayoutId id="2147483697" r:id="rId19"/>
    <p:sldLayoutId id="2147483684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F26B43"/>
          </p15:clr>
        </p15:guide>
        <p15:guide id="2" pos="846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73F35-EDCF-FCE6-9A5D-B4CC5B6F5E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101953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9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DC94DC-6ED2-4584-5520-6E2483B446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390012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70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Confidential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solidFill>
                <a:schemeClr val="bg2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7E134-766D-9F46-2856-6324EF8FE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89850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702" r:id="rId3"/>
    <p:sldLayoutId id="2147483704" r:id="rId4"/>
    <p:sldLayoutId id="2147483690" r:id="rId5"/>
    <p:sldLayoutId id="2147483691" r:id="rId6"/>
    <p:sldLayoutId id="2147483692" r:id="rId7"/>
    <p:sldLayoutId id="2147483693" r:id="rId8"/>
    <p:sldLayoutId id="2147483683" r:id="rId9"/>
    <p:sldLayoutId id="2147483676" r:id="rId10"/>
    <p:sldLayoutId id="2147483678" r:id="rId11"/>
    <p:sldLayoutId id="2147483677" r:id="rId12"/>
    <p:sldLayoutId id="2147483679" r:id="rId13"/>
    <p:sldLayoutId id="2147483680" r:id="rId14"/>
    <p:sldLayoutId id="2147483681" r:id="rId15"/>
    <p:sldLayoutId id="2147483695" r:id="rId16"/>
    <p:sldLayoutId id="2147483696" r:id="rId17"/>
    <p:sldLayoutId id="214748368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 Light" panose="00000400000000000000" pitchFamily="2" charset="0"/>
                <a:cs typeface="Poppins Light" panose="00000400000000000000" pitchFamily="2" charset="0"/>
              </a:rPr>
              <a:t>Internal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 Light" panose="00000400000000000000" pitchFamily="2" charset="0"/>
                <a:cs typeface="Poppins Light" panose="00000400000000000000" pitchFamily="2" charset="0"/>
              </a:rPr>
              <a:t>‹#›</a:t>
            </a:fld>
            <a:endParaRPr lang="en-GB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1AA03-BD6C-F3B7-87DB-F5DBD2FF69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415501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92A47-F839-9230-A2DC-53AE9BCE4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96" y="1875015"/>
            <a:ext cx="5309624" cy="1808164"/>
          </a:xfrm>
        </p:spPr>
        <p:txBody>
          <a:bodyPr/>
          <a:lstStyle/>
          <a:p>
            <a:r>
              <a:rPr lang="en-US" dirty="0"/>
              <a:t>How to use GIT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D186FE-85FC-5049-EC94-1E1B1012A3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144B56-4A81-6B67-47B7-616E6AF1FD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Qian Zhang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2B8D3F-A401-375D-B658-CE5C5F34B1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72258" y="2295703"/>
            <a:ext cx="1453711" cy="1931811"/>
            <a:chOff x="4302" y="1531"/>
            <a:chExt cx="824" cy="1095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E719E3DD-6C46-68C0-9768-1D5048083F4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302" y="1531"/>
              <a:ext cx="824" cy="1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49797B7-DFA9-5729-203C-5B91C3331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1721"/>
              <a:ext cx="42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B6211B-69A2-BB3B-B1B4-DFEE370CA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1" y="2146"/>
              <a:ext cx="113" cy="262"/>
            </a:xfrm>
            <a:prstGeom prst="rect">
              <a:avLst/>
            </a:prstGeom>
            <a:solidFill>
              <a:srgbClr val="F9B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C13FA5-310C-A2D1-225A-DEBABBDBC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1" y="2146"/>
              <a:ext cx="113" cy="262"/>
            </a:xfrm>
            <a:prstGeom prst="rect">
              <a:avLst/>
            </a:prstGeom>
            <a:noFill/>
            <a:ln w="6350" cap="flat">
              <a:solidFill>
                <a:srgbClr val="223F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21F906-DB81-2B50-FD00-7998F9AAF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990"/>
              <a:ext cx="114" cy="418"/>
            </a:xfrm>
            <a:prstGeom prst="rect">
              <a:avLst/>
            </a:prstGeom>
            <a:solidFill>
              <a:srgbClr val="0EA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3F2CA5-E4BB-6021-AD04-865A9B20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990"/>
              <a:ext cx="114" cy="418"/>
            </a:xfrm>
            <a:prstGeom prst="rect">
              <a:avLst/>
            </a:prstGeom>
            <a:noFill/>
            <a:ln w="6350" cap="flat">
              <a:solidFill>
                <a:srgbClr val="2B471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B5AFDE-3B8B-EB54-BF04-661E7EEF9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2275"/>
              <a:ext cx="111" cy="133"/>
            </a:xfrm>
            <a:prstGeom prst="rect">
              <a:avLst/>
            </a:prstGeom>
            <a:solidFill>
              <a:srgbClr val="F9B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E27689-44A8-976E-51EF-5E9E12DA3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2275"/>
              <a:ext cx="111" cy="133"/>
            </a:xfrm>
            <a:prstGeom prst="rect">
              <a:avLst/>
            </a:prstGeom>
            <a:noFill/>
            <a:ln w="6350" cap="flat">
              <a:solidFill>
                <a:srgbClr val="6C4F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8C184-9782-D4FD-2057-B520CCC16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2146"/>
              <a:ext cx="110" cy="262"/>
            </a:xfrm>
            <a:prstGeom prst="rect">
              <a:avLst/>
            </a:prstGeom>
            <a:solidFill>
              <a:srgbClr val="6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B532A3-3291-32B9-B377-5164AE3D1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2146"/>
              <a:ext cx="110" cy="262"/>
            </a:xfrm>
            <a:prstGeom prst="rect">
              <a:avLst/>
            </a:prstGeom>
            <a:noFill/>
            <a:ln w="6350" cap="flat">
              <a:solidFill>
                <a:srgbClr val="223F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574A51-C898-DF98-3BB9-DBE2E9061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2275"/>
              <a:ext cx="113" cy="133"/>
            </a:xfrm>
            <a:prstGeom prst="rect">
              <a:avLst/>
            </a:prstGeom>
            <a:solidFill>
              <a:srgbClr val="6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D77130-3731-EB5D-21C3-32B64A621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2275"/>
              <a:ext cx="113" cy="133"/>
            </a:xfrm>
            <a:prstGeom prst="rect">
              <a:avLst/>
            </a:prstGeom>
            <a:noFill/>
            <a:ln w="6350" cap="flat">
              <a:solidFill>
                <a:srgbClr val="6C4F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BFC0A5-197C-19BB-5DF4-FD63C16B8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439"/>
              <a:ext cx="396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>
                  <a:latin typeface="Poppins" panose="00000500000000000000" pitchFamily="2" charset="0"/>
                </a:rPr>
                <a:t>DES </a:t>
              </a:r>
              <a:r>
                <a:rPr lang="fr-FR" altLang="fr-FR" sz="1000" b="1">
                  <a:latin typeface="Poppins" panose="00000500000000000000" pitchFamily="2" charset="0"/>
                </a:rPr>
                <a:t>-</a:t>
              </a:r>
              <a:r>
                <a:rPr lang="fr-FR" altLang="fr-FR" sz="1200" b="1">
                  <a:latin typeface="Poppins" panose="00000500000000000000" pitchFamily="2" charset="0"/>
                </a:rPr>
                <a:t> PTE</a:t>
              </a:r>
              <a:endParaRPr kumimoji="0" lang="fr-FR" altLang="fr-FR" sz="1800" b="1" i="0" u="none" strike="noStrike" cap="none" normalizeH="0" baseline="0">
                <a:ln>
                  <a:noFill/>
                </a:ln>
                <a:effectLst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6667B4-083A-74FE-69A1-853A9E548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421"/>
              <a:ext cx="10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Poppins" panose="00000500000000000000" pitchFamily="2" charset="0"/>
                </a:rPr>
                <a:t> </a:t>
              </a:r>
              <a:endPara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A9E80AE-0291-70F9-5091-0C8592D62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1922"/>
              <a:ext cx="675" cy="674"/>
            </a:xfrm>
            <a:prstGeom prst="ellipse">
              <a:avLst/>
            </a:pr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08517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BF92A-0D43-706C-6FBA-74763B384E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GIT - 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1BDE-734B-7FFF-ED92-215C4E931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89ADB-C544-5B06-6A30-A6A9129B0A90}"/>
              </a:ext>
            </a:extLst>
          </p:cNvPr>
          <p:cNvSpPr txBox="1"/>
          <p:nvPr/>
        </p:nvSpPr>
        <p:spPr>
          <a:xfrm>
            <a:off x="125046" y="960110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Git - Install for Windows</a:t>
            </a:r>
            <a:r>
              <a:rPr lang="en-US" dirty="0"/>
              <a:t>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B02BFC4-C056-662A-0D42-79F30E1DB963}"/>
              </a:ext>
            </a:extLst>
          </p:cNvPr>
          <p:cNvGrpSpPr/>
          <p:nvPr/>
        </p:nvGrpSpPr>
        <p:grpSpPr>
          <a:xfrm>
            <a:off x="207446" y="1423582"/>
            <a:ext cx="7790126" cy="4474308"/>
            <a:chOff x="829452" y="1423582"/>
            <a:chExt cx="7790126" cy="44743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59E15C-E65C-F836-967A-6CF2414B0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452" y="1423582"/>
              <a:ext cx="7790126" cy="44743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3DDB10-081D-68E3-FCA3-A8B8A4650D6B}"/>
                </a:ext>
              </a:extLst>
            </p:cNvPr>
            <p:cNvSpPr/>
            <p:nvPr/>
          </p:nvSpPr>
          <p:spPr>
            <a:xfrm>
              <a:off x="3602892" y="2938585"/>
              <a:ext cx="1109785" cy="195384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23FFCE1-2C8E-BF5A-540D-1FA38A243499}"/>
                </a:ext>
              </a:extLst>
            </p:cNvPr>
            <p:cNvSpPr/>
            <p:nvPr/>
          </p:nvSpPr>
          <p:spPr>
            <a:xfrm>
              <a:off x="3441685" y="2938585"/>
              <a:ext cx="180717" cy="154899"/>
            </a:xfrm>
            <a:prstGeom prst="ellipse">
              <a:avLst/>
            </a:prstGeom>
            <a:noFill/>
            <a:ln w="9525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F98F34-4A7C-CC50-C05D-3FDC12915EE4}"/>
              </a:ext>
            </a:extLst>
          </p:cNvPr>
          <p:cNvGrpSpPr/>
          <p:nvPr/>
        </p:nvGrpSpPr>
        <p:grpSpPr>
          <a:xfrm>
            <a:off x="4744752" y="3189690"/>
            <a:ext cx="4964006" cy="897777"/>
            <a:chOff x="7227994" y="1938216"/>
            <a:chExt cx="4964006" cy="8977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15C31F-935E-C973-865C-9DB5F8235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8353" y="1938216"/>
              <a:ext cx="4873647" cy="89777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2BEEC6-15C8-1908-C21C-1C73F9266052}"/>
                </a:ext>
              </a:extLst>
            </p:cNvPr>
            <p:cNvSpPr/>
            <p:nvPr/>
          </p:nvSpPr>
          <p:spPr>
            <a:xfrm>
              <a:off x="7227994" y="2670257"/>
              <a:ext cx="180717" cy="154899"/>
            </a:xfrm>
            <a:prstGeom prst="ellipse">
              <a:avLst/>
            </a:prstGeom>
            <a:noFill/>
            <a:ln w="9525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5E1AD8-ED48-95A7-98E2-234D65B15D4F}"/>
              </a:ext>
            </a:extLst>
          </p:cNvPr>
          <p:cNvGrpSpPr/>
          <p:nvPr/>
        </p:nvGrpSpPr>
        <p:grpSpPr>
          <a:xfrm>
            <a:off x="6709325" y="3235569"/>
            <a:ext cx="1812295" cy="2662321"/>
            <a:chOff x="9999602" y="2835993"/>
            <a:chExt cx="1812295" cy="26623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ADE891-63B6-57CD-BAA9-A3233F882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80319" y="2835993"/>
              <a:ext cx="1631578" cy="266232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693B73C-FFF3-E647-2E76-6708725E9EAB}"/>
                </a:ext>
              </a:extLst>
            </p:cNvPr>
            <p:cNvSpPr/>
            <p:nvPr/>
          </p:nvSpPr>
          <p:spPr>
            <a:xfrm>
              <a:off x="9999602" y="3719959"/>
              <a:ext cx="180717" cy="154899"/>
            </a:xfrm>
            <a:prstGeom prst="ellipse">
              <a:avLst/>
            </a:prstGeom>
            <a:noFill/>
            <a:ln w="9525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3E5B8A75-9877-665B-F5D4-CDA44A3A2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930" y="4274434"/>
            <a:ext cx="2795977" cy="2181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40D6C74-0277-2757-D3CE-B28377F8E10F}"/>
              </a:ext>
            </a:extLst>
          </p:cNvPr>
          <p:cNvSpPr/>
          <p:nvPr/>
        </p:nvSpPr>
        <p:spPr>
          <a:xfrm>
            <a:off x="8087930" y="4535365"/>
            <a:ext cx="180717" cy="154899"/>
          </a:xfrm>
          <a:prstGeom prst="ellipse">
            <a:avLst/>
          </a:prstGeom>
          <a:noFill/>
          <a:ln w="9525" cap="flat" cmpd="sng" algn="ctr">
            <a:solidFill>
              <a:srgbClr val="E9713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522AEFE-BB72-D198-0E47-9D4DFC35D7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3815" y="5267722"/>
            <a:ext cx="800739" cy="8524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142795E0-2A61-624E-9610-743F1B7FB4B9}"/>
              </a:ext>
            </a:extLst>
          </p:cNvPr>
          <p:cNvSpPr/>
          <p:nvPr/>
        </p:nvSpPr>
        <p:spPr>
          <a:xfrm>
            <a:off x="11093456" y="5087488"/>
            <a:ext cx="180717" cy="154899"/>
          </a:xfrm>
          <a:prstGeom prst="ellipse">
            <a:avLst/>
          </a:prstGeom>
          <a:noFill/>
          <a:ln w="9525" cap="flat" cmpd="sng" algn="ctr">
            <a:solidFill>
              <a:srgbClr val="E9713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CBE447-9EE1-80F7-9792-AA3269CA93EC}"/>
              </a:ext>
            </a:extLst>
          </p:cNvPr>
          <p:cNvSpPr/>
          <p:nvPr/>
        </p:nvSpPr>
        <p:spPr>
          <a:xfrm>
            <a:off x="4924342" y="3921731"/>
            <a:ext cx="1109785" cy="1953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FFCA90-6913-A5BB-4334-64CE7E5662D0}"/>
              </a:ext>
            </a:extLst>
          </p:cNvPr>
          <p:cNvSpPr/>
          <p:nvPr/>
        </p:nvSpPr>
        <p:spPr>
          <a:xfrm>
            <a:off x="6900792" y="4092559"/>
            <a:ext cx="1109785" cy="1953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99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93017F-72F1-AAFE-836D-D28A949BD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altLang="zh-CN" dirty="0"/>
              <a:t>it - Initial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BFDFE-CFA1-9216-D17C-86CFFFBDC1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2F435-F9C1-FB68-BE52-DEF9CC4B12A0}"/>
              </a:ext>
            </a:extLst>
          </p:cNvPr>
          <p:cNvGrpSpPr/>
          <p:nvPr/>
        </p:nvGrpSpPr>
        <p:grpSpPr>
          <a:xfrm>
            <a:off x="226523" y="891166"/>
            <a:ext cx="2192813" cy="2537834"/>
            <a:chOff x="198695" y="1054250"/>
            <a:chExt cx="3352985" cy="37322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DE49FD-B71C-F17A-A935-096315685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244" b="1256"/>
            <a:stretch>
              <a:fillRect/>
            </a:stretch>
          </p:blipFill>
          <p:spPr>
            <a:xfrm>
              <a:off x="379412" y="1054250"/>
              <a:ext cx="3172268" cy="3732286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D011E8-14CD-F5BE-2CF5-19C8B551A01D}"/>
                </a:ext>
              </a:extLst>
            </p:cNvPr>
            <p:cNvSpPr/>
            <p:nvPr/>
          </p:nvSpPr>
          <p:spPr>
            <a:xfrm>
              <a:off x="198695" y="3129357"/>
              <a:ext cx="180717" cy="154899"/>
            </a:xfrm>
            <a:prstGeom prst="ellipse">
              <a:avLst/>
            </a:prstGeom>
            <a:noFill/>
            <a:ln w="9525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9F0E699-C356-A5BE-40BE-ED6AACD6E680}"/>
                </a:ext>
              </a:extLst>
            </p:cNvPr>
            <p:cNvSpPr/>
            <p:nvPr/>
          </p:nvSpPr>
          <p:spPr>
            <a:xfrm>
              <a:off x="379412" y="3109115"/>
              <a:ext cx="1826946" cy="195384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FE64A3-81D1-E9D3-5EC9-21535D92437C}"/>
              </a:ext>
            </a:extLst>
          </p:cNvPr>
          <p:cNvGrpSpPr/>
          <p:nvPr/>
        </p:nvGrpSpPr>
        <p:grpSpPr>
          <a:xfrm>
            <a:off x="2537523" y="1712345"/>
            <a:ext cx="5858409" cy="895475"/>
            <a:chOff x="3811083" y="2981262"/>
            <a:chExt cx="5858409" cy="89547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857FACA-2B0F-2A2B-D21E-89A1FD14F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1800" y="2981262"/>
              <a:ext cx="5677692" cy="895475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5F8A27F-05F4-A3CF-F36F-8617D7E0690F}"/>
                </a:ext>
              </a:extLst>
            </p:cNvPr>
            <p:cNvSpPr/>
            <p:nvPr/>
          </p:nvSpPr>
          <p:spPr>
            <a:xfrm>
              <a:off x="3811083" y="3530173"/>
              <a:ext cx="180717" cy="154899"/>
            </a:xfrm>
            <a:prstGeom prst="ellipse">
              <a:avLst/>
            </a:prstGeom>
            <a:noFill/>
            <a:ln w="9525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4C0EAD7-F026-0EA2-5502-133195FCE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240" y="3095578"/>
            <a:ext cx="4696480" cy="66684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EED0580-5221-BEAD-DDBB-41879BE0F1AC}"/>
              </a:ext>
            </a:extLst>
          </p:cNvPr>
          <p:cNvSpPr/>
          <p:nvPr/>
        </p:nvSpPr>
        <p:spPr>
          <a:xfrm>
            <a:off x="2539435" y="3259155"/>
            <a:ext cx="180717" cy="154899"/>
          </a:xfrm>
          <a:prstGeom prst="ellipse">
            <a:avLst/>
          </a:prstGeom>
          <a:noFill/>
          <a:ln w="9525" cap="flat" cmpd="sng" algn="ctr">
            <a:solidFill>
              <a:srgbClr val="E9713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9268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76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226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02_NXP_Template-Light+Dark_Mode_Confidential  -  Read-Only" id="{D449DF57-00E5-4F5B-86CD-8B22DD3CBACE}" vid="{2909BF0F-9F5D-4017-94E5-12FB79669CFD}"/>
    </a:ext>
  </a:extLst>
</a:theme>
</file>

<file path=ppt/theme/theme2.xml><?xml version="1.0" encoding="utf-8"?>
<a:theme xmlns:a="http://schemas.openxmlformats.org/drawingml/2006/main" name="1_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02_NXP_Template-Light+Dark_Mode_Confidential  -  Read-Only" id="{D449DF57-00E5-4F5B-86CD-8B22DD3CBACE}" vid="{0E27A0A7-70CE-4570-AD67-CB8F361CC17C}"/>
    </a:ext>
  </a:extLst>
</a:theme>
</file>

<file path=ppt/theme/theme3.xml><?xml version="1.0" encoding="utf-8"?>
<a:theme xmlns:a="http://schemas.openxmlformats.org/drawingml/2006/main" name="2_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02_NXP_Template-Light+Dark_Mode_Confidential  -  Read-Only" id="{D449DF57-00E5-4F5B-86CD-8B22DD3CBACE}" vid="{E1267F09-025C-4B32-9D1B-C80301A57C2A}"/>
    </a:ext>
  </a:extLst>
</a:theme>
</file>

<file path=ppt/theme/theme4.xml><?xml version="1.0" encoding="utf-8"?>
<a:theme xmlns:a="http://schemas.openxmlformats.org/drawingml/2006/main" name="3_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02_NXP_Template-Light+Dark_Mode_Confidential  -  Read-Only" id="{D449DF57-00E5-4F5B-86CD-8B22DD3CBACE}" vid="{5F5F4762-54FA-46B0-A9A4-B3B46AD63E7A}"/>
    </a:ext>
  </a:extLst>
</a:theme>
</file>

<file path=ppt/theme/theme5.xml><?xml version="1.0" encoding="utf-8"?>
<a:theme xmlns:a="http://schemas.openxmlformats.org/drawingml/2006/main" name="4_Office Theme">
  <a:themeElements>
    <a:clrScheme name="NXP Palette">
      <a:dk1>
        <a:srgbClr val="000000"/>
      </a:dk1>
      <a:lt1>
        <a:srgbClr val="FFFFFF"/>
      </a:lt1>
      <a:dk2>
        <a:srgbClr val="252525"/>
      </a:dk2>
      <a:lt2>
        <a:srgbClr val="F7F4F0"/>
      </a:lt2>
      <a:accent1>
        <a:srgbClr val="F8B500"/>
      </a:accent1>
      <a:accent2>
        <a:srgbClr val="69CA00"/>
      </a:accent2>
      <a:accent3>
        <a:srgbClr val="01B2D7"/>
      </a:accent3>
      <a:accent4>
        <a:srgbClr val="FE7300"/>
      </a:accent4>
      <a:accent5>
        <a:srgbClr val="00A602"/>
      </a:accent5>
      <a:accent6>
        <a:srgbClr val="0067DE"/>
      </a:accent6>
      <a:hlink>
        <a:srgbClr val="0563C1"/>
      </a:hlink>
      <a:folHlink>
        <a:srgbClr val="954F72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 NXP Internal PowerPoint Template.pptx" id="{A97CC4B2-27AC-45D8-9F62-A34EA4CABF98}" vid="{A0EA627B-12A1-41E6-8671-555CF9B00707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97E672C0D9F4EAE4ED11496F2F3DF" ma:contentTypeVersion="13" ma:contentTypeDescription="Create a new document." ma:contentTypeScope="" ma:versionID="2ca77eeb40aa310b97fc52e6399d41a5">
  <xsd:schema xmlns:xsd="http://www.w3.org/2001/XMLSchema" xmlns:xs="http://www.w3.org/2001/XMLSchema" xmlns:p="http://schemas.microsoft.com/office/2006/metadata/properties" xmlns:ns2="7f4a8c34-4d7a-47f7-bd16-b26795848198" xmlns:ns3="b9dc34b2-dee6-446d-aa9a-dd4f3bc1541e" targetNamespace="http://schemas.microsoft.com/office/2006/metadata/properties" ma:root="true" ma:fieldsID="de3a147ebaa9ea42d9c1dd84eee6b724" ns2:_="" ns3:_="">
    <xsd:import namespace="7f4a8c34-4d7a-47f7-bd16-b26795848198"/>
    <xsd:import namespace="b9dc34b2-dee6-446d-aa9a-dd4f3bc15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a8c34-4d7a-47f7-bd16-b26795848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c34b2-dee6-446d-aa9a-dd4f3bc1541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db74b3f-a2c3-4ddd-95c4-751475b2fe1c}" ma:internalName="TaxCatchAll" ma:showField="CatchAllData" ma:web="b9dc34b2-dee6-446d-aa9a-dd4f3bc15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4a8c34-4d7a-47f7-bd16-b26795848198">
      <Terms xmlns="http://schemas.microsoft.com/office/infopath/2007/PartnerControls"/>
    </lcf76f155ced4ddcb4097134ff3c332f>
    <TaxCatchAll xmlns="b9dc34b2-dee6-446d-aa9a-dd4f3bc1541e" xsi:nil="true"/>
    <SharedWithUsers xmlns="b9dc34b2-dee6-446d-aa9a-dd4f3bc1541e">
      <UserInfo>
        <DisplayName>Birgit Ahlborn</DisplayName>
        <AccountId>28</AccountId>
        <AccountType/>
      </UserInfo>
      <UserInfo>
        <DisplayName>Melissa Dailey</DisplayName>
        <AccountId>70</AccountId>
        <AccountType/>
      </UserInfo>
      <UserInfo>
        <DisplayName>Jan Kiker</DisplayName>
        <AccountId>36</AccountId>
        <AccountType/>
      </UserInfo>
      <UserInfo>
        <DisplayName>Lindsey Strobel</DisplayName>
        <AccountId>148</AccountId>
        <AccountType/>
      </UserInfo>
      <UserInfo>
        <DisplayName>Ann-Kathrin Augustin</DisplayName>
        <AccountId>55</AccountId>
        <AccountType/>
      </UserInfo>
      <UserInfo>
        <DisplayName>Shelley McNamara</DisplayName>
        <AccountId>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B78E3B7-C7EB-4D3A-BB65-933A2D2300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C9656D-D596-4005-AE15-C87A4D4D7F0F}">
  <ds:schemaRefs>
    <ds:schemaRef ds:uri="7f4a8c34-4d7a-47f7-bd16-b26795848198"/>
    <ds:schemaRef ds:uri="b9dc34b2-dee6-446d-aa9a-dd4f3bc154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8521B7-5C3E-4019-920B-6CEAFC0DCCDB}">
  <ds:schemaRefs>
    <ds:schemaRef ds:uri="7f4a8c34-4d7a-47f7-bd16-b26795848198"/>
    <ds:schemaRef ds:uri="b9dc34b2-dee6-446d-aa9a-dd4f3bc1541e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0fe8613d-3e90-498a-94a6-17eae50508dd}" enabled="1" method="Privileged" siteId="{686ea1d3-bc2b-4c6f-a92c-d99c5c3016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02_NXP_Template-Light+Dark_Mode_Confidential</Template>
  <TotalTime>0</TotalTime>
  <Words>33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Poppins Light</vt:lpstr>
      <vt:lpstr>Poppins</vt:lpstr>
      <vt:lpstr>Poppins SemiBold</vt:lpstr>
      <vt:lpstr>Calibri</vt:lpstr>
      <vt:lpstr>Aptos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Athanassiadis</dc:creator>
  <cp:lastModifiedBy>Qian Zhang</cp:lastModifiedBy>
  <cp:revision>2</cp:revision>
  <dcterms:created xsi:type="dcterms:W3CDTF">2024-03-08T07:26:31Z</dcterms:created>
  <dcterms:modified xsi:type="dcterms:W3CDTF">2026-08-27T07:00:21Z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0x010100A9997E672C0D9F4EAE4ED11496F2F3DF</vt:lpwstr>
  </property>
  <property fmtid="{D5CDD505-2E9C-101B-9397-08002B2CF9AE}" pid="3" name="ClassificationContentMarkingFooterLocations">
    <vt:lpwstr>Office Theme:5\1_Office Theme:3\2_Office Theme:3\3_Office Theme:5\4_Office Theme:5</vt:lpwstr>
  </property>
  <property fmtid="{D5CDD505-2E9C-101B-9397-08002B2CF9AE}" pid="4" name="ClassificationContentMarkingFooterText">
    <vt:lpwstr>NXP Internal</vt:lpwstr>
  </property>
</Properties>
</file>